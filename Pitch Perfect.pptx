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  <p:sldMasterId id="2147483750" r:id="rId5"/>
    <p:sldMasterId id="2147483756" r:id="rId6"/>
  </p:sldMasterIdLst>
  <p:notesMasterIdLst>
    <p:notesMasterId r:id="rId19"/>
  </p:notesMasterIdLst>
  <p:sldIdLst>
    <p:sldId id="257" r:id="rId7"/>
    <p:sldId id="258" r:id="rId8"/>
    <p:sldId id="259" r:id="rId9"/>
    <p:sldId id="260" r:id="rId10"/>
    <p:sldId id="261" r:id="rId11"/>
    <p:sldId id="262" r:id="rId12"/>
    <p:sldId id="279" r:id="rId13"/>
    <p:sldId id="263" r:id="rId14"/>
    <p:sldId id="269" r:id="rId15"/>
    <p:sldId id="282" r:id="rId16"/>
    <p:sldId id="256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93" autoAdjust="0"/>
  </p:normalViewPr>
  <p:slideViewPr>
    <p:cSldViewPr snapToGrid="0">
      <p:cViewPr>
        <p:scale>
          <a:sx n="57" d="100"/>
          <a:sy n="57" d="100"/>
        </p:scale>
        <p:origin x="948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3FE64-3D57-4570-B15C-3D6A32D4F790}" type="datetimeFigureOut">
              <a:rPr lang="en-ZA" smtClean="0"/>
              <a:t>2025/07/25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60B79-FC88-49B0-A848-52AF081C77A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25499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60B79-FC88-49B0-A848-52AF081C77A8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7779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60B79-FC88-49B0-A848-52AF081C77A8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96683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60B79-FC88-49B0-A848-52AF081C77A8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3460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60B79-FC88-49B0-A848-52AF081C77A8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88826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60B79-FC88-49B0-A848-52AF081C77A8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20937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60B79-FC88-49B0-A848-52AF081C77A8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92101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60B79-FC88-49B0-A848-52AF081C77A8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129012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60B79-FC88-49B0-A848-52AF081C77A8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5822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60B79-FC88-49B0-A848-52AF081C77A8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6515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60B79-FC88-49B0-A848-52AF081C77A8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38345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60B79-FC88-49B0-A848-52AF081C77A8}" type="slidenum">
              <a:rPr lang="en-ZA" smtClean="0"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50741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1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407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565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1017" y="676845"/>
            <a:ext cx="9147851" cy="359329"/>
          </a:xfrm>
        </p:spPr>
        <p:txBody>
          <a:bodyPr lIns="0" tIns="0" rIns="0" bIns="0"/>
          <a:lstStyle>
            <a:lvl1pPr>
              <a:defRPr sz="2335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1016" y="2618423"/>
            <a:ext cx="8550574" cy="247312"/>
          </a:xfrm>
        </p:spPr>
        <p:txBody>
          <a:bodyPr lIns="0" tIns="0" rIns="0" bIns="0"/>
          <a:lstStyle>
            <a:lvl1pPr>
              <a:defRPr sz="1607" b="1" i="0">
                <a:solidFill>
                  <a:srgbClr val="383838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3682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1017" y="676845"/>
            <a:ext cx="9147851" cy="359329"/>
          </a:xfrm>
        </p:spPr>
        <p:txBody>
          <a:bodyPr lIns="0" tIns="0" rIns="0" bIns="0"/>
          <a:lstStyle>
            <a:lvl1pPr>
              <a:defRPr sz="2335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07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07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9888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104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1017" y="676845"/>
            <a:ext cx="9147851" cy="359329"/>
          </a:xfrm>
        </p:spPr>
        <p:txBody>
          <a:bodyPr lIns="0" tIns="0" rIns="0" bIns="0"/>
          <a:lstStyle>
            <a:lvl1pPr>
              <a:defRPr sz="2335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4989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982"/>
            <a:ext cx="4736909" cy="617649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400350"/>
            <a:ext cx="4737397" cy="457457"/>
          </a:xfrm>
          <a:custGeom>
            <a:avLst/>
            <a:gdLst/>
            <a:ahLst/>
            <a:cxnLst/>
            <a:rect l="l" t="t" r="r" b="b"/>
            <a:pathLst>
              <a:path w="7811770" h="754379">
                <a:moveTo>
                  <a:pt x="7811280" y="0"/>
                </a:moveTo>
                <a:lnTo>
                  <a:pt x="0" y="0"/>
                </a:lnTo>
                <a:lnTo>
                  <a:pt x="0" y="753903"/>
                </a:lnTo>
                <a:lnTo>
                  <a:pt x="7811280" y="753903"/>
                </a:lnTo>
                <a:lnTo>
                  <a:pt x="7811280" y="0"/>
                </a:lnTo>
                <a:close/>
              </a:path>
            </a:pathLst>
          </a:custGeom>
          <a:solidFill>
            <a:srgbClr val="00104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bg object 18"/>
          <p:cNvSpPr/>
          <p:nvPr/>
        </p:nvSpPr>
        <p:spPr>
          <a:xfrm>
            <a:off x="4733341" y="0"/>
            <a:ext cx="7013673" cy="6857615"/>
          </a:xfrm>
          <a:custGeom>
            <a:avLst/>
            <a:gdLst/>
            <a:ahLst/>
            <a:cxnLst/>
            <a:rect l="l" t="t" r="r" b="b"/>
            <a:pathLst>
              <a:path w="11565255" h="11308715">
                <a:moveTo>
                  <a:pt x="0" y="11308556"/>
                </a:moveTo>
                <a:lnTo>
                  <a:pt x="0" y="0"/>
                </a:lnTo>
                <a:lnTo>
                  <a:pt x="11565092" y="0"/>
                </a:lnTo>
                <a:lnTo>
                  <a:pt x="11565092" y="11308556"/>
                </a:lnTo>
                <a:lnTo>
                  <a:pt x="0" y="11308556"/>
                </a:lnTo>
                <a:close/>
              </a:path>
            </a:pathLst>
          </a:custGeom>
          <a:solidFill>
            <a:srgbClr val="63B5F9">
              <a:alpha val="29998"/>
            </a:srgbClr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094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23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945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872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104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34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003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3875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376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024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9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61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1017" y="676845"/>
            <a:ext cx="9147851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1016" y="2618423"/>
            <a:ext cx="8550574" cy="407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383838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4780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61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 fontScale="90000"/>
          </a:bodyPr>
          <a:lstStyle/>
          <a:p>
            <a:r>
              <a:rPr lang="en-GB" sz="5400" b="1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Pitch Perfect: Mastering Visuals, Delivery, and Storytelling</a:t>
            </a:r>
            <a:endParaRPr lang="en-US" sz="5400" b="1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LORATO KGOSIDIILE </a:t>
            </a:r>
            <a:endParaRPr lang="en-US" sz="24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GB" sz="4800" i="1" dirty="0">
                <a:solidFill>
                  <a:srgbClr val="FFFFFF"/>
                </a:solidFill>
              </a:rPr>
              <a:t>“The most powerful person in the world is the story teller. The storyteller sets the vision, values and agenda ……..” </a:t>
            </a:r>
            <a:endParaRPr lang="en-US" sz="4800" i="1" dirty="0">
              <a:solidFill>
                <a:srgbClr val="FFFFFF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- STEVE JOBS 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75461-7EF7-F5A1-7753-26FF4D4A9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Session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41EDD-FCED-525B-E5B6-0013A7B72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60363" algn="l"/>
              </a:tabLst>
            </a:pPr>
            <a:r>
              <a:rPr lang="en-GB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Understand</a:t>
            </a:r>
            <a: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the essential components of an effective pitch, including structure, clarity, and audience engagement.</a:t>
            </a:r>
          </a:p>
          <a:p>
            <a:pPr marL="360363" indent="-360363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60363" algn="l"/>
              </a:tabLst>
            </a:pPr>
            <a:r>
              <a:rPr lang="en-GB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Learn</a:t>
            </a:r>
            <a: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how to apply visual storytelling techniques to create compelling and professional presentations.</a:t>
            </a:r>
          </a:p>
          <a:p>
            <a:pPr marL="360363" indent="-360363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60363" algn="l"/>
              </a:tabLst>
            </a:pPr>
            <a:r>
              <a:rPr lang="en-GB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Improve</a:t>
            </a:r>
            <a: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delivery through tone, body language, timing, and confidence-building tips.</a:t>
            </a:r>
          </a:p>
          <a:p>
            <a:pPr marL="360363" indent="-360363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60363" algn="l"/>
              </a:tabLst>
            </a:pPr>
            <a:r>
              <a:rPr lang="en-GB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Prepare</a:t>
            </a:r>
            <a: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for the final pitch with practical tools and real-time advice.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37404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4E78C-223D-24DC-5559-8661B00D9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it matters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DDD12-F2CE-9FC5-B043-C9500870B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086DE8C-9C1B-A52A-B9EC-F9D13870EA1D}"/>
              </a:ext>
            </a:extLst>
          </p:cNvPr>
          <p:cNvSpPr/>
          <p:nvPr/>
        </p:nvSpPr>
        <p:spPr>
          <a:xfrm>
            <a:off x="1167387" y="2216656"/>
            <a:ext cx="2011680" cy="109728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j-lt"/>
                <a:ea typeface="+mn-ea"/>
                <a:cs typeface="+mn-cs"/>
              </a:rPr>
              <a:t>Understanding Pitch Structure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A403CD66-9634-52C4-B4E4-4536B6150E43}"/>
              </a:ext>
            </a:extLst>
          </p:cNvPr>
          <p:cNvSpPr/>
          <p:nvPr/>
        </p:nvSpPr>
        <p:spPr>
          <a:xfrm>
            <a:off x="4922874" y="3313935"/>
            <a:ext cx="2174777" cy="1435863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j-lt"/>
                <a:ea typeface="+mn-ea"/>
                <a:cs typeface="+mn-cs"/>
              </a:rPr>
              <a:t>Visual Storytelling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7B51BEBE-E251-15E4-DBB3-FBE8F20443C2}"/>
              </a:ext>
            </a:extLst>
          </p:cNvPr>
          <p:cNvSpPr/>
          <p:nvPr/>
        </p:nvSpPr>
        <p:spPr>
          <a:xfrm>
            <a:off x="8601825" y="2331720"/>
            <a:ext cx="2011680" cy="109728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j-lt"/>
                <a:ea typeface="+mn-ea"/>
                <a:cs typeface="+mn-cs"/>
              </a:rPr>
              <a:t>Confident Delivery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EED4EB49-5666-4524-4227-23FEFE6200A1}"/>
              </a:ext>
            </a:extLst>
          </p:cNvPr>
          <p:cNvSpPr/>
          <p:nvPr/>
        </p:nvSpPr>
        <p:spPr>
          <a:xfrm>
            <a:off x="8818882" y="4537286"/>
            <a:ext cx="2011680" cy="109728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j-lt"/>
                <a:ea typeface="+mn-ea"/>
                <a:cs typeface="+mn-cs"/>
              </a:rPr>
              <a:t>Powerful Pitch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ight Arrow 4">
            <a:extLst>
              <a:ext uri="{FF2B5EF4-FFF2-40B4-BE49-F238E27FC236}">
                <a16:creationId xmlns:a16="http://schemas.microsoft.com/office/drawing/2014/main" id="{2E0C7547-AAC3-A686-3C60-2E73BA6A80B7}"/>
              </a:ext>
            </a:extLst>
          </p:cNvPr>
          <p:cNvSpPr/>
          <p:nvPr/>
        </p:nvSpPr>
        <p:spPr>
          <a:xfrm rot="1140000">
            <a:off x="3371273" y="3313936"/>
            <a:ext cx="1200727" cy="42942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ight Arrow 6"/>
          <p:cNvSpPr/>
          <p:nvPr/>
        </p:nvSpPr>
        <p:spPr>
          <a:xfrm rot="-960000">
            <a:off x="7135002" y="3208787"/>
            <a:ext cx="1205434" cy="440426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ight Arrow 8">
            <a:extLst>
              <a:ext uri="{FF2B5EF4-FFF2-40B4-BE49-F238E27FC236}">
                <a16:creationId xmlns:a16="http://schemas.microsoft.com/office/drawing/2014/main" id="{EE24464A-727E-A6C9-EB3A-04018564A5B4}"/>
              </a:ext>
            </a:extLst>
          </p:cNvPr>
          <p:cNvSpPr/>
          <p:nvPr/>
        </p:nvSpPr>
        <p:spPr>
          <a:xfrm rot="5400000">
            <a:off x="9136965" y="3912323"/>
            <a:ext cx="986444" cy="194848"/>
          </a:xfrm>
          <a:prstGeom prst="rightArrow">
            <a:avLst>
              <a:gd name="adj1" fmla="val 0"/>
              <a:gd name="adj2" fmla="val 50000"/>
            </a:avLst>
          </a:prstGeom>
          <a:solidFill>
            <a:srgbClr val="000000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2648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ED1EB-34FE-FD53-36F0-3C146074F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6-Part Pitch Framework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850A3BE-9C9A-EA9E-6888-3A33742D5D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49744" y="4470830"/>
            <a:ext cx="377985" cy="384081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994781F-E137-5E62-9394-84DC9F2EA5FF}"/>
              </a:ext>
            </a:extLst>
          </p:cNvPr>
          <p:cNvSpPr/>
          <p:nvPr/>
        </p:nvSpPr>
        <p:spPr>
          <a:xfrm>
            <a:off x="1304334" y="2331720"/>
            <a:ext cx="2011680" cy="109728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j-lt"/>
                <a:ea typeface="+mn-ea"/>
                <a:cs typeface="+mn-cs"/>
              </a:rPr>
              <a:t>🎯 The Hook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j-lt"/>
                <a:ea typeface="+mn-ea"/>
                <a:cs typeface="+mn-cs"/>
              </a:rPr>
              <a:t>Grab attention with a powerful fact, question, or story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BF500663-145D-DC2E-D81A-9394B5943ED5}"/>
              </a:ext>
            </a:extLst>
          </p:cNvPr>
          <p:cNvSpPr/>
          <p:nvPr/>
        </p:nvSpPr>
        <p:spPr>
          <a:xfrm>
            <a:off x="5090160" y="2331720"/>
            <a:ext cx="2011680" cy="109728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j-lt"/>
                <a:ea typeface="+mn-ea"/>
                <a:cs typeface="+mn-cs"/>
              </a:rPr>
              <a:t>🔍 The Problem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j-lt"/>
                <a:ea typeface="+mn-ea"/>
                <a:cs typeface="+mn-cs"/>
              </a:rPr>
              <a:t>Define the real-world challenge you're addressing.</a:t>
            </a: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C6F87408-9054-A80D-7659-59C6E100EAA9}"/>
              </a:ext>
            </a:extLst>
          </p:cNvPr>
          <p:cNvSpPr/>
          <p:nvPr/>
        </p:nvSpPr>
        <p:spPr>
          <a:xfrm>
            <a:off x="8419838" y="2331720"/>
            <a:ext cx="2011680" cy="109728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okman Old Style" panose="02050604050505020204" pitchFamily="18" charset="0"/>
              </a:rPr>
              <a:t>💡 The Solution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ok Antiqua" panose="02040602050305030304" pitchFamily="18" charset="0"/>
              </a:rPr>
              <a:t>Explain what you built and why it matters.</a:t>
            </a: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4ABF8477-5968-23DF-88F4-5D853405F582}"/>
              </a:ext>
            </a:extLst>
          </p:cNvPr>
          <p:cNvSpPr/>
          <p:nvPr/>
        </p:nvSpPr>
        <p:spPr>
          <a:xfrm>
            <a:off x="8666830" y="4198883"/>
            <a:ext cx="2011680" cy="109728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okman Old Style" panose="02050604050505020204" pitchFamily="18" charset="0"/>
              </a:rPr>
              <a:t>🌍 The Impact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okman Old Style" panose="02050604050505020204" pitchFamily="18" charset="0"/>
              </a:rPr>
              <a:t>Show the benefit or scalability of your solution.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F19BAA44-2278-D8B7-2F83-6A3D2C56B74C}"/>
              </a:ext>
            </a:extLst>
          </p:cNvPr>
          <p:cNvSpPr/>
          <p:nvPr/>
        </p:nvSpPr>
        <p:spPr>
          <a:xfrm>
            <a:off x="5120640" y="4198883"/>
            <a:ext cx="2011680" cy="109728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okman Old Style" panose="02050604050505020204" pitchFamily="18" charset="0"/>
              </a:rPr>
              <a:t>🤝 The Ask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okman Old Style" panose="02050604050505020204" pitchFamily="18" charset="0"/>
              </a:rPr>
              <a:t>Mention what you need (support, collaboration, etc.).</a:t>
            </a:r>
          </a:p>
        </p:txBody>
      </p:sp>
      <p:sp>
        <p:nvSpPr>
          <p:cNvPr id="9" name="Rounded Rectangle 13">
            <a:extLst>
              <a:ext uri="{FF2B5EF4-FFF2-40B4-BE49-F238E27FC236}">
                <a16:creationId xmlns:a16="http://schemas.microsoft.com/office/drawing/2014/main" id="{D93ED010-7AFB-9BE6-DA2F-72B79F410241}"/>
              </a:ext>
            </a:extLst>
          </p:cNvPr>
          <p:cNvSpPr/>
          <p:nvPr/>
        </p:nvSpPr>
        <p:spPr>
          <a:xfrm>
            <a:off x="1345153" y="4176640"/>
            <a:ext cx="2011680" cy="109728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okman Old Style" panose="02050604050505020204" pitchFamily="18" charset="0"/>
              </a:rPr>
              <a:t>🚀 The Wow Factor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okman Old Style" panose="02050604050505020204" pitchFamily="18" charset="0"/>
              </a:rPr>
              <a:t>End strong with a demo, bold vision, or quote.</a:t>
            </a:r>
          </a:p>
        </p:txBody>
      </p:sp>
      <p:sp>
        <p:nvSpPr>
          <p:cNvPr id="10" name="Right Arrow 4">
            <a:extLst>
              <a:ext uri="{FF2B5EF4-FFF2-40B4-BE49-F238E27FC236}">
                <a16:creationId xmlns:a16="http://schemas.microsoft.com/office/drawing/2014/main" id="{C6E25EB4-8272-3159-B7A6-D01AF9EDBD72}"/>
              </a:ext>
            </a:extLst>
          </p:cNvPr>
          <p:cNvSpPr/>
          <p:nvPr/>
        </p:nvSpPr>
        <p:spPr>
          <a:xfrm>
            <a:off x="4065927" y="2743200"/>
            <a:ext cx="274320" cy="27432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ight Arrow 6">
            <a:extLst>
              <a:ext uri="{FF2B5EF4-FFF2-40B4-BE49-F238E27FC236}">
                <a16:creationId xmlns:a16="http://schemas.microsoft.com/office/drawing/2014/main" id="{4664E1AC-3101-C8BA-332E-EEBAFC0A2F79}"/>
              </a:ext>
            </a:extLst>
          </p:cNvPr>
          <p:cNvSpPr/>
          <p:nvPr/>
        </p:nvSpPr>
        <p:spPr>
          <a:xfrm>
            <a:off x="7695676" y="2743200"/>
            <a:ext cx="274320" cy="27432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ight Arrow 8">
            <a:extLst>
              <a:ext uri="{FF2B5EF4-FFF2-40B4-BE49-F238E27FC236}">
                <a16:creationId xmlns:a16="http://schemas.microsoft.com/office/drawing/2014/main" id="{7857CB5F-8FF4-A0F3-35D7-F9B68BFA5416}"/>
              </a:ext>
            </a:extLst>
          </p:cNvPr>
          <p:cNvSpPr/>
          <p:nvPr/>
        </p:nvSpPr>
        <p:spPr>
          <a:xfrm rot="5400000">
            <a:off x="9288518" y="3662681"/>
            <a:ext cx="274320" cy="27432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ight Arrow 10">
            <a:extLst>
              <a:ext uri="{FF2B5EF4-FFF2-40B4-BE49-F238E27FC236}">
                <a16:creationId xmlns:a16="http://schemas.microsoft.com/office/drawing/2014/main" id="{981DC4B5-8FA5-F53E-BB17-19EF26A98FC1}"/>
              </a:ext>
            </a:extLst>
          </p:cNvPr>
          <p:cNvSpPr/>
          <p:nvPr/>
        </p:nvSpPr>
        <p:spPr>
          <a:xfrm rot="10860000">
            <a:off x="7793727" y="4473203"/>
            <a:ext cx="274320" cy="274320"/>
          </a:xfrm>
          <a:prstGeom prst="rightArrow">
            <a:avLst/>
          </a:prstGeom>
          <a:solidFill>
            <a:srgbClr val="000000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8330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405CB-C758-8168-6B95-647DF6E2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Delivery techniques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1F81D8F-F087-AD2A-1A6D-79C33312F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499"/>
                    </a14:imgEffect>
                  </a14:imgLayer>
                </a14:imgProps>
              </a:ext>
            </a:extLst>
          </a:blip>
          <a:srcRect l="451" t="10948" r="-451" b="-2262"/>
          <a:stretch>
            <a:fillRect/>
          </a:stretch>
        </p:blipFill>
        <p:spPr>
          <a:xfrm>
            <a:off x="1775635" y="2025068"/>
            <a:ext cx="8357191" cy="4290487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D8BB0D81-80D9-65F8-7491-82FF0C4FF05E}"/>
              </a:ext>
            </a:extLst>
          </p:cNvPr>
          <p:cNvSpPr/>
          <p:nvPr/>
        </p:nvSpPr>
        <p:spPr>
          <a:xfrm>
            <a:off x="4930376" y="3561907"/>
            <a:ext cx="2246601" cy="479161"/>
          </a:xfrm>
          <a:prstGeom prst="rightArrow">
            <a:avLst/>
          </a:prstGeom>
          <a:blipFill>
            <a:blip r:embed="rId5"/>
            <a:tile tx="0" ty="0" sx="100000" sy="100000" flip="none" algn="tl"/>
          </a:blip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2720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412" y="544353"/>
            <a:ext cx="11029404" cy="572030"/>
          </a:xfrm>
          <a:prstGeom prst="rect">
            <a:avLst/>
          </a:prstGeom>
          <a:solidFill>
            <a:srgbClr val="9BA8B7"/>
          </a:solidFill>
        </p:spPr>
        <p:txBody>
          <a:bodyPr vert="horz" wrap="square" lIns="0" tIns="139778" rIns="0" bIns="0" rtlCol="0">
            <a:spAutoFit/>
          </a:bodyPr>
          <a:lstStyle/>
          <a:p>
            <a:pPr marL="297654">
              <a:spcBef>
                <a:spcPts val="1100"/>
              </a:spcBef>
            </a:pPr>
            <a:r>
              <a:rPr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From Data to Impact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384" y="2971039"/>
            <a:ext cx="6596541" cy="2635641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 defTabSz="554492">
              <a:spcBef>
                <a:spcPts val="82"/>
              </a:spcBef>
            </a:pPr>
            <a:r>
              <a:rPr sz="1516" b="1" kern="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Content</a:t>
            </a:r>
            <a:r>
              <a:rPr sz="1516" b="1" kern="0" spc="3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b="1" kern="0" spc="-6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Highlights:</a:t>
            </a:r>
            <a:endParaRPr sz="1516" kern="0" dirty="0">
              <a:solidFill>
                <a:sysClr val="windowText" lastClr="000000"/>
              </a:solidFill>
              <a:latin typeface="Bookman Old Style" panose="02050604050505020204" pitchFamily="18" charset="0"/>
              <a:cs typeface="Poppins" panose="00000500000000000000" pitchFamily="2" charset="0"/>
            </a:endParaRPr>
          </a:p>
          <a:p>
            <a:pPr marL="7701" defTabSz="554492">
              <a:spcBef>
                <a:spcPts val="1950"/>
              </a:spcBef>
            </a:pPr>
            <a:r>
              <a:rPr sz="1516" b="1" kern="0" spc="-15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Know</a:t>
            </a:r>
            <a:r>
              <a:rPr sz="1516" b="1" kern="0" spc="-103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b="1" kern="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your</a:t>
            </a:r>
            <a:r>
              <a:rPr sz="1516" b="1" kern="0" spc="-94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b="1" kern="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Core</a:t>
            </a:r>
            <a:r>
              <a:rPr sz="1516" b="1" kern="0" spc="-94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b="1" kern="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Problem:</a:t>
            </a:r>
            <a:r>
              <a:rPr sz="1516" b="1" kern="0" spc="-45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-24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Don’t</a:t>
            </a:r>
            <a:r>
              <a:rPr sz="1516" kern="0" spc="-39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36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pitch</a:t>
            </a:r>
            <a:r>
              <a:rPr sz="1516" kern="0" spc="-39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58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symptoms-</a:t>
            </a:r>
            <a:r>
              <a:rPr sz="1516" kern="0" spc="45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solve</a:t>
            </a:r>
            <a:r>
              <a:rPr sz="1516" kern="0" spc="-39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49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the</a:t>
            </a:r>
            <a:r>
              <a:rPr sz="1516" kern="0" spc="-36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-6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root.</a:t>
            </a:r>
            <a:endParaRPr sz="1516" kern="0" dirty="0">
              <a:solidFill>
                <a:sysClr val="windowText" lastClr="000000"/>
              </a:solidFill>
              <a:latin typeface="Bookman Old Style" panose="02050604050505020204" pitchFamily="18" charset="0"/>
              <a:cs typeface="Poppins" panose="00000500000000000000" pitchFamily="2" charset="0"/>
            </a:endParaRPr>
          </a:p>
          <a:p>
            <a:pPr marL="7701" marR="356954" defTabSz="554492">
              <a:lnSpc>
                <a:spcPct val="101499"/>
              </a:lnSpc>
              <a:spcBef>
                <a:spcPts val="1919"/>
              </a:spcBef>
            </a:pPr>
            <a:r>
              <a:rPr sz="1516" b="1" kern="0" spc="-15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Use</a:t>
            </a:r>
            <a:r>
              <a:rPr sz="1516" b="1" kern="0" spc="-109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b="1" kern="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Plain</a:t>
            </a:r>
            <a:r>
              <a:rPr sz="1516" b="1" kern="0" spc="-109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b="1" kern="0" spc="36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Language:</a:t>
            </a:r>
            <a:r>
              <a:rPr sz="1516" b="1" kern="0" spc="-61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52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Cut</a:t>
            </a:r>
            <a:r>
              <a:rPr sz="1516" kern="0" spc="-55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49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the</a:t>
            </a:r>
            <a:r>
              <a:rPr sz="1516" kern="0" spc="-58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jargon.</a:t>
            </a:r>
            <a:r>
              <a:rPr sz="1516" kern="0" spc="-55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-18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“Tax</a:t>
            </a:r>
            <a:r>
              <a:rPr sz="1516" kern="0" spc="-55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39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breaks”</a:t>
            </a:r>
            <a:r>
              <a:rPr sz="1516" kern="0" spc="-55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82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beats</a:t>
            </a:r>
            <a:r>
              <a:rPr sz="1516" kern="0" spc="-55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24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“fiscal </a:t>
            </a:r>
            <a:r>
              <a:rPr sz="1516" kern="0" spc="-6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incentivisation.”</a:t>
            </a:r>
            <a:endParaRPr sz="1516" kern="0" dirty="0">
              <a:solidFill>
                <a:sysClr val="windowText" lastClr="000000"/>
              </a:solidFill>
              <a:latin typeface="Bookman Old Style" panose="02050604050505020204" pitchFamily="18" charset="0"/>
              <a:cs typeface="Poppins" panose="00000500000000000000" pitchFamily="2" charset="0"/>
            </a:endParaRPr>
          </a:p>
          <a:p>
            <a:pPr marL="7701" defTabSz="554492">
              <a:spcBef>
                <a:spcPts val="1947"/>
              </a:spcBef>
            </a:pPr>
            <a:r>
              <a:rPr sz="1516" b="1" kern="0" spc="3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Make</a:t>
            </a:r>
            <a:r>
              <a:rPr sz="1516" b="1" kern="0" spc="-103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b="1" kern="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Slides</a:t>
            </a:r>
            <a:r>
              <a:rPr sz="1516" b="1" kern="0" spc="-10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b="1" kern="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Shine:</a:t>
            </a:r>
            <a:r>
              <a:rPr sz="1516" b="1" kern="0" spc="-10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61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One</a:t>
            </a:r>
            <a:r>
              <a:rPr sz="1516" kern="0" spc="-45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36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idea.</a:t>
            </a:r>
            <a:r>
              <a:rPr sz="1516" kern="0" spc="-49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61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One</a:t>
            </a:r>
            <a:r>
              <a:rPr sz="1516" kern="0" spc="-45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visual.</a:t>
            </a:r>
            <a:r>
              <a:rPr sz="1516" kern="0" spc="-45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No</a:t>
            </a:r>
            <a:r>
              <a:rPr sz="1516" kern="0" spc="-49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85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paragraph</a:t>
            </a:r>
            <a:r>
              <a:rPr sz="1516" kern="0" spc="-45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3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dumping.</a:t>
            </a:r>
            <a:endParaRPr sz="1516" kern="0" dirty="0">
              <a:solidFill>
                <a:sysClr val="windowText" lastClr="000000"/>
              </a:solidFill>
              <a:latin typeface="Bookman Old Style" panose="02050604050505020204" pitchFamily="18" charset="0"/>
              <a:cs typeface="Poppins" panose="00000500000000000000" pitchFamily="2" charset="0"/>
            </a:endParaRPr>
          </a:p>
          <a:p>
            <a:pPr marL="7701" marR="269929" defTabSz="554492">
              <a:lnSpc>
                <a:spcPct val="101499"/>
              </a:lnSpc>
              <a:spcBef>
                <a:spcPts val="1919"/>
              </a:spcBef>
            </a:pPr>
            <a:r>
              <a:rPr sz="1516" b="1" kern="0" spc="33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Value</a:t>
            </a:r>
            <a:r>
              <a:rPr sz="1516" b="1" kern="0" spc="-85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b="1" kern="0" spc="-21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Proposition</a:t>
            </a:r>
            <a:r>
              <a:rPr sz="1516" b="1" kern="0" spc="-85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b="1" kern="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Formula:</a:t>
            </a:r>
            <a:r>
              <a:rPr sz="1516" b="1" kern="0" spc="-33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-27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“If</a:t>
            </a:r>
            <a:r>
              <a:rPr sz="1516" kern="0" spc="-3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X</a:t>
            </a:r>
            <a:r>
              <a:rPr sz="1516" kern="0" spc="-27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continues,</a:t>
            </a:r>
            <a:r>
              <a:rPr sz="1516" kern="0" spc="-27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Y</a:t>
            </a:r>
            <a:r>
              <a:rPr sz="1516" kern="0" spc="-27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3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loses</a:t>
            </a:r>
            <a:r>
              <a:rPr sz="1516" kern="0" spc="-3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-91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Z;</a:t>
            </a:r>
            <a:r>
              <a:rPr sz="1516" kern="0" spc="-27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our</a:t>
            </a:r>
            <a:r>
              <a:rPr sz="1516" kern="0" spc="-27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3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p</a:t>
            </a:r>
            <a:r>
              <a:rPr lang="en-ZA" sz="1516" kern="0" spc="30" dirty="0" err="1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roduct</a:t>
            </a:r>
            <a:r>
              <a:rPr sz="1516" kern="0" spc="3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-6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flips</a:t>
            </a:r>
            <a:r>
              <a:rPr sz="1516" kern="0" spc="-67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loss</a:t>
            </a:r>
            <a:r>
              <a:rPr sz="1516" kern="0" spc="-64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into</a:t>
            </a:r>
            <a:r>
              <a:rPr sz="1516" kern="0" spc="-64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 </a:t>
            </a:r>
            <a:r>
              <a:rPr sz="1516" kern="0" spc="-15" dirty="0">
                <a:solidFill>
                  <a:srgbClr val="383838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A.”</a:t>
            </a:r>
            <a:endParaRPr sz="1516" kern="0" dirty="0">
              <a:solidFill>
                <a:sysClr val="windowText" lastClr="000000"/>
              </a:solidFill>
              <a:latin typeface="Bookman Old Style" panose="02050604050505020204" pitchFamily="18" charset="0"/>
              <a:cs typeface="Poppins" panose="00000500000000000000" pitchFamily="2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9092" y="1543302"/>
            <a:ext cx="5598069" cy="797084"/>
          </a:xfrm>
          <a:custGeom>
            <a:avLst/>
            <a:gdLst/>
            <a:ahLst/>
            <a:cxnLst/>
            <a:rect l="l" t="t" r="r" b="b"/>
            <a:pathLst>
              <a:path w="9231630" h="1314450">
                <a:moveTo>
                  <a:pt x="9002867" y="0"/>
                </a:moveTo>
                <a:lnTo>
                  <a:pt x="228474" y="0"/>
                </a:lnTo>
                <a:lnTo>
                  <a:pt x="182428" y="4641"/>
                </a:lnTo>
                <a:lnTo>
                  <a:pt x="139541" y="17952"/>
                </a:lnTo>
                <a:lnTo>
                  <a:pt x="100731" y="39016"/>
                </a:lnTo>
                <a:lnTo>
                  <a:pt x="66918" y="66912"/>
                </a:lnTo>
                <a:lnTo>
                  <a:pt x="39019" y="100724"/>
                </a:lnTo>
                <a:lnTo>
                  <a:pt x="17954" y="139532"/>
                </a:lnTo>
                <a:lnTo>
                  <a:pt x="4641" y="182418"/>
                </a:lnTo>
                <a:lnTo>
                  <a:pt x="0" y="228464"/>
                </a:lnTo>
                <a:lnTo>
                  <a:pt x="0" y="1085548"/>
                </a:lnTo>
                <a:lnTo>
                  <a:pt x="4641" y="1131590"/>
                </a:lnTo>
                <a:lnTo>
                  <a:pt x="17954" y="1174475"/>
                </a:lnTo>
                <a:lnTo>
                  <a:pt x="39019" y="1213283"/>
                </a:lnTo>
                <a:lnTo>
                  <a:pt x="66918" y="1247095"/>
                </a:lnTo>
                <a:lnTo>
                  <a:pt x="100731" y="1274993"/>
                </a:lnTo>
                <a:lnTo>
                  <a:pt x="139541" y="1296058"/>
                </a:lnTo>
                <a:lnTo>
                  <a:pt x="182428" y="1309370"/>
                </a:lnTo>
                <a:lnTo>
                  <a:pt x="228474" y="1314012"/>
                </a:lnTo>
                <a:lnTo>
                  <a:pt x="9002867" y="1314012"/>
                </a:lnTo>
                <a:lnTo>
                  <a:pt x="9048909" y="1309370"/>
                </a:lnTo>
                <a:lnTo>
                  <a:pt x="9091794" y="1296058"/>
                </a:lnTo>
                <a:lnTo>
                  <a:pt x="9130602" y="1274993"/>
                </a:lnTo>
                <a:lnTo>
                  <a:pt x="9164414" y="1247095"/>
                </a:lnTo>
                <a:lnTo>
                  <a:pt x="9192312" y="1213283"/>
                </a:lnTo>
                <a:lnTo>
                  <a:pt x="9213377" y="1174475"/>
                </a:lnTo>
                <a:lnTo>
                  <a:pt x="9226689" y="1131590"/>
                </a:lnTo>
                <a:lnTo>
                  <a:pt x="9231331" y="1085548"/>
                </a:lnTo>
                <a:lnTo>
                  <a:pt x="9231331" y="228464"/>
                </a:lnTo>
                <a:lnTo>
                  <a:pt x="9226689" y="182418"/>
                </a:lnTo>
                <a:lnTo>
                  <a:pt x="9213377" y="139532"/>
                </a:lnTo>
                <a:lnTo>
                  <a:pt x="9192312" y="100724"/>
                </a:lnTo>
                <a:lnTo>
                  <a:pt x="9164414" y="66912"/>
                </a:lnTo>
                <a:lnTo>
                  <a:pt x="9130602" y="39016"/>
                </a:lnTo>
                <a:lnTo>
                  <a:pt x="9091794" y="17952"/>
                </a:lnTo>
                <a:lnTo>
                  <a:pt x="9048909" y="4641"/>
                </a:lnTo>
                <a:lnTo>
                  <a:pt x="9002867" y="0"/>
                </a:lnTo>
                <a:close/>
              </a:path>
            </a:pathLst>
          </a:custGeom>
          <a:solidFill>
            <a:srgbClr val="9BA8B7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8158" y="1867163"/>
            <a:ext cx="4559935" cy="38069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defTabSz="554492">
              <a:spcBef>
                <a:spcPts val="58"/>
              </a:spcBef>
            </a:pPr>
            <a:r>
              <a:rPr sz="2426" i="1" kern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Speak</a:t>
            </a:r>
            <a:r>
              <a:rPr sz="2426" i="1" kern="0" spc="112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426" i="1" kern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Clearly.</a:t>
            </a:r>
            <a:r>
              <a:rPr sz="2426" i="1" kern="0" spc="11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426" i="1" kern="0" spc="106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Think</a:t>
            </a:r>
            <a:r>
              <a:rPr sz="2426" i="1" kern="0" spc="112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2426" i="1" kern="0" spc="-18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Deeply.</a:t>
            </a:r>
            <a:endParaRPr sz="2426" kern="0" dirty="0">
              <a:solidFill>
                <a:sysClr val="windowText" lastClr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422041" y="1333962"/>
            <a:ext cx="3887227" cy="5015850"/>
            <a:chOff x="12238789" y="2199801"/>
            <a:chExt cx="6410325" cy="8271509"/>
          </a:xfrm>
          <a:solidFill>
            <a:srgbClr val="9BA8B7"/>
          </a:solidFill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38789" y="2199801"/>
              <a:ext cx="6409787" cy="4839892"/>
            </a:xfrm>
            <a:prstGeom prst="rect">
              <a:avLst/>
            </a:prstGeom>
            <a:grpFill/>
          </p:spPr>
        </p:pic>
        <p:sp>
          <p:nvSpPr>
            <p:cNvPr id="8" name="object 8"/>
            <p:cNvSpPr/>
            <p:nvPr/>
          </p:nvSpPr>
          <p:spPr>
            <a:xfrm>
              <a:off x="14279776" y="2999462"/>
              <a:ext cx="2402205" cy="1573530"/>
            </a:xfrm>
            <a:custGeom>
              <a:avLst/>
              <a:gdLst/>
              <a:ahLst/>
              <a:cxnLst/>
              <a:rect l="l" t="t" r="r" b="b"/>
              <a:pathLst>
                <a:path w="2402205" h="1573529">
                  <a:moveTo>
                    <a:pt x="212548" y="0"/>
                  </a:moveTo>
                  <a:lnTo>
                    <a:pt x="167628" y="1037"/>
                  </a:lnTo>
                  <a:lnTo>
                    <a:pt x="123740" y="11774"/>
                  </a:lnTo>
                  <a:lnTo>
                    <a:pt x="82510" y="32166"/>
                  </a:lnTo>
                  <a:lnTo>
                    <a:pt x="0" y="84981"/>
                  </a:lnTo>
                  <a:lnTo>
                    <a:pt x="254798" y="349162"/>
                  </a:lnTo>
                  <a:lnTo>
                    <a:pt x="256725" y="1572968"/>
                  </a:lnTo>
                  <a:lnTo>
                    <a:pt x="2072303" y="1493431"/>
                  </a:lnTo>
                  <a:lnTo>
                    <a:pt x="2402104" y="1288086"/>
                  </a:lnTo>
                  <a:lnTo>
                    <a:pt x="2386863" y="1262845"/>
                  </a:lnTo>
                  <a:lnTo>
                    <a:pt x="2348708" y="1220217"/>
                  </a:lnTo>
                  <a:lnTo>
                    <a:pt x="889794" y="369462"/>
                  </a:lnTo>
                  <a:lnTo>
                    <a:pt x="583674" y="191902"/>
                  </a:lnTo>
                  <a:lnTo>
                    <a:pt x="298985" y="27193"/>
                  </a:lnTo>
                  <a:lnTo>
                    <a:pt x="256875" y="8703"/>
                  </a:lnTo>
                  <a:lnTo>
                    <a:pt x="212548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4536497" y="4287539"/>
              <a:ext cx="2178050" cy="5139055"/>
            </a:xfrm>
            <a:custGeom>
              <a:avLst/>
              <a:gdLst/>
              <a:ahLst/>
              <a:cxnLst/>
              <a:rect l="l" t="t" r="r" b="b"/>
              <a:pathLst>
                <a:path w="2178050" h="5139055">
                  <a:moveTo>
                    <a:pt x="2145379" y="0"/>
                  </a:moveTo>
                  <a:lnTo>
                    <a:pt x="1815578" y="205355"/>
                  </a:lnTo>
                  <a:lnTo>
                    <a:pt x="0" y="284891"/>
                  </a:lnTo>
                  <a:lnTo>
                    <a:pt x="5162" y="3565085"/>
                  </a:lnTo>
                  <a:lnTo>
                    <a:pt x="13053" y="3613654"/>
                  </a:lnTo>
                  <a:lnTo>
                    <a:pt x="34447" y="3661951"/>
                  </a:lnTo>
                  <a:lnTo>
                    <a:pt x="66135" y="3704483"/>
                  </a:lnTo>
                  <a:lnTo>
                    <a:pt x="104907" y="3735760"/>
                  </a:lnTo>
                  <a:lnTo>
                    <a:pt x="1988159" y="4829329"/>
                  </a:lnTo>
                  <a:lnTo>
                    <a:pt x="1987740" y="4829580"/>
                  </a:lnTo>
                  <a:lnTo>
                    <a:pt x="1987740" y="5138796"/>
                  </a:lnTo>
                  <a:lnTo>
                    <a:pt x="2149934" y="5048327"/>
                  </a:lnTo>
                  <a:lnTo>
                    <a:pt x="2161415" y="5039476"/>
                  </a:lnTo>
                  <a:lnTo>
                    <a:pt x="2170072" y="5028142"/>
                  </a:lnTo>
                  <a:lnTo>
                    <a:pt x="2175537" y="5014967"/>
                  </a:lnTo>
                  <a:lnTo>
                    <a:pt x="2177441" y="5000591"/>
                  </a:lnTo>
                  <a:lnTo>
                    <a:pt x="2177441" y="4723175"/>
                  </a:lnTo>
                  <a:lnTo>
                    <a:pt x="2177054" y="4723395"/>
                  </a:lnTo>
                  <a:lnTo>
                    <a:pt x="2169766" y="87295"/>
                  </a:lnTo>
                  <a:lnTo>
                    <a:pt x="2168040" y="65794"/>
                  </a:lnTo>
                  <a:lnTo>
                    <a:pt x="2163164" y="43761"/>
                  </a:lnTo>
                  <a:lnTo>
                    <a:pt x="2155492" y="21672"/>
                  </a:lnTo>
                  <a:lnTo>
                    <a:pt x="21453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48707" y="3079089"/>
              <a:ext cx="2303071" cy="6354295"/>
            </a:xfrm>
            <a:prstGeom prst="rect">
              <a:avLst/>
            </a:prstGeom>
            <a:grpFill/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95616" y="3135436"/>
              <a:ext cx="5252922" cy="7335297"/>
            </a:xfrm>
            <a:prstGeom prst="rect">
              <a:avLst/>
            </a:prstGeom>
            <a:grpFill/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5F2B-36F4-42DB-8F2D-EBDC78EB9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Visual Design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EC135-4906-05D7-5D61-EA9853962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b="1" i="1" dirty="0">
                <a:latin typeface="Bookman Old Style" panose="02050604050505020204" pitchFamily="18" charset="0"/>
              </a:rPr>
              <a:t>Design Like It Matters — Because It Does </a:t>
            </a:r>
          </a:p>
          <a:p>
            <a:pPr marL="457200" indent="-457200">
              <a:buFont typeface="+mj-lt"/>
              <a:buAutoNum type="arabicParenR"/>
            </a:pPr>
            <a:r>
              <a:rPr lang="en-GB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Keep it Simple</a:t>
            </a:r>
          </a:p>
          <a:p>
            <a:pPr marL="457200" indent="-457200">
              <a:buFont typeface="+mj-lt"/>
              <a:buAutoNum type="arabicParenR"/>
            </a:pPr>
            <a:r>
              <a:rPr lang="en-GB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Be Consistent</a:t>
            </a:r>
          </a:p>
          <a:p>
            <a:pPr marL="457200" indent="-457200">
              <a:buFont typeface="+mj-lt"/>
              <a:buAutoNum type="arabicParenR"/>
            </a:pPr>
            <a:r>
              <a:rPr lang="en-GB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Use Visuals Over Text</a:t>
            </a:r>
          </a:p>
          <a:p>
            <a:pPr marL="457200" indent="-457200">
              <a:buFont typeface="+mj-lt"/>
              <a:buAutoNum type="arabicParenR"/>
            </a:pPr>
            <a:r>
              <a:rPr lang="en-GB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Make Text Readable</a:t>
            </a:r>
          </a:p>
          <a:p>
            <a:pPr marL="457200" indent="-457200">
              <a:buFont typeface="+mj-lt"/>
              <a:buAutoNum type="arabicParenR"/>
            </a:pPr>
            <a:r>
              <a:rPr lang="en-GB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Design for Storytelling</a:t>
            </a:r>
            <a:br>
              <a:rPr lang="en-GB" dirty="0"/>
            </a:b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74863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" y="0"/>
            <a:ext cx="12191144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104C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618" y="0"/>
            <a:ext cx="12191144" cy="6857615"/>
            <a:chOff x="0" y="0"/>
            <a:chExt cx="20104100" cy="11308715"/>
          </a:xfrm>
          <a:solidFill>
            <a:srgbClr val="9BA8B7"/>
          </a:solidFill>
        </p:grpSpPr>
        <p:sp>
          <p:nvSpPr>
            <p:cNvPr id="4" name="object 4"/>
            <p:cNvSpPr/>
            <p:nvPr/>
          </p:nvSpPr>
          <p:spPr>
            <a:xfrm>
              <a:off x="4694" y="0"/>
              <a:ext cx="20099655" cy="11308715"/>
            </a:xfrm>
            <a:custGeom>
              <a:avLst/>
              <a:gdLst/>
              <a:ahLst/>
              <a:cxnLst/>
              <a:rect l="l" t="t" r="r" b="b"/>
              <a:pathLst>
                <a:path w="20099655" h="11308715">
                  <a:moveTo>
                    <a:pt x="20099404" y="0"/>
                  </a:moveTo>
                  <a:lnTo>
                    <a:pt x="0" y="0"/>
                  </a:lnTo>
                  <a:lnTo>
                    <a:pt x="20094707" y="11308556"/>
                  </a:lnTo>
                  <a:lnTo>
                    <a:pt x="20099404" y="11308556"/>
                  </a:lnTo>
                  <a:lnTo>
                    <a:pt x="2009940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13581939" y="0"/>
                  </a:moveTo>
                  <a:lnTo>
                    <a:pt x="0" y="0"/>
                  </a:lnTo>
                  <a:lnTo>
                    <a:pt x="0" y="11308550"/>
                  </a:lnTo>
                  <a:lnTo>
                    <a:pt x="2274481" y="11308550"/>
                  </a:lnTo>
                  <a:lnTo>
                    <a:pt x="13581939" y="0"/>
                  </a:lnTo>
                  <a:close/>
                </a:path>
                <a:path w="20104100" h="11308715">
                  <a:moveTo>
                    <a:pt x="20104088" y="1484109"/>
                  </a:moveTo>
                  <a:lnTo>
                    <a:pt x="10280701" y="11308550"/>
                  </a:lnTo>
                  <a:lnTo>
                    <a:pt x="20104088" y="11308550"/>
                  </a:lnTo>
                  <a:lnTo>
                    <a:pt x="20104088" y="148410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958086" y="897679"/>
              <a:ext cx="18188305" cy="1064260"/>
            </a:xfrm>
            <a:custGeom>
              <a:avLst/>
              <a:gdLst/>
              <a:ahLst/>
              <a:cxnLst/>
              <a:rect l="l" t="t" r="r" b="b"/>
              <a:pathLst>
                <a:path w="18188305" h="1064260">
                  <a:moveTo>
                    <a:pt x="18187927" y="0"/>
                  </a:moveTo>
                  <a:lnTo>
                    <a:pt x="0" y="0"/>
                  </a:lnTo>
                  <a:lnTo>
                    <a:pt x="0" y="1064187"/>
                  </a:lnTo>
                  <a:lnTo>
                    <a:pt x="18187927" y="1064187"/>
                  </a:lnTo>
                  <a:lnTo>
                    <a:pt x="1818792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8614" y="410440"/>
            <a:ext cx="5547265" cy="376719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lang="en-ZA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The Art of Story telling </a:t>
            </a:r>
            <a:endParaRPr sz="24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1564" y="1106646"/>
            <a:ext cx="10890845" cy="1707805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293066" lvl="1" indent="-285750" defTabSz="554492">
              <a:spcBef>
                <a:spcPts val="1953"/>
              </a:spcBef>
              <a:buFont typeface="Wingdings" panose="05000000000000000000" pitchFamily="2" charset="2"/>
              <a:buChar char="v"/>
              <a:tabLst>
                <a:tab pos="122450" algn="l"/>
              </a:tabLst>
            </a:pPr>
            <a:r>
              <a:rPr sz="1577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Poppins" panose="00000500000000000000" pitchFamily="2" charset="0"/>
              </a:rPr>
              <a:t>Start with a clear, compelling problem that demands action.</a:t>
            </a:r>
          </a:p>
          <a:p>
            <a:pPr marL="293066" lvl="1" indent="-285750" defTabSz="554492">
              <a:spcBef>
                <a:spcPts val="12"/>
              </a:spcBef>
              <a:buFont typeface="Wingdings" panose="05000000000000000000" pitchFamily="2" charset="2"/>
              <a:buChar char="v"/>
              <a:tabLst>
                <a:tab pos="122450" algn="l"/>
              </a:tabLst>
            </a:pPr>
            <a:r>
              <a:rPr sz="1577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Poppins" panose="00000500000000000000" pitchFamily="2" charset="0"/>
              </a:rPr>
              <a:t>Use relatable language and human stories to bring data to life.</a:t>
            </a:r>
            <a:endParaRPr lang="en-ZA" sz="1577" b="1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okman Old Style" panose="02050604050505020204" pitchFamily="18" charset="0"/>
              <a:cs typeface="Poppins" panose="00000500000000000000" pitchFamily="2" charset="0"/>
            </a:endParaRPr>
          </a:p>
          <a:p>
            <a:pPr marL="7316" lvl="1" defTabSz="554492">
              <a:spcBef>
                <a:spcPts val="12"/>
              </a:spcBef>
              <a:tabLst>
                <a:tab pos="122450" algn="l"/>
              </a:tabLst>
            </a:pPr>
            <a:endParaRPr lang="en-ZA" sz="1577" b="1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okman Old Style" panose="02050604050505020204" pitchFamily="18" charset="0"/>
              <a:cs typeface="Poppins" panose="00000500000000000000" pitchFamily="2" charset="0"/>
            </a:endParaRPr>
          </a:p>
          <a:p>
            <a:pPr marL="7316" lvl="1" defTabSz="554492">
              <a:spcBef>
                <a:spcPts val="12"/>
              </a:spcBef>
              <a:tabLst>
                <a:tab pos="122450" algn="l"/>
              </a:tabLst>
            </a:pPr>
            <a:r>
              <a:rPr lang="en-GB" sz="1577" b="1" i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Poppins" panose="00000500000000000000" pitchFamily="2" charset="0"/>
              </a:rPr>
              <a:t>Introduce a Character; Present the Conflict; Reveal the Solution; Position your product as the hero; Show the Impact End with Vision</a:t>
            </a:r>
          </a:p>
          <a:p>
            <a:pPr marL="7316" lvl="1" defTabSz="554492">
              <a:spcBef>
                <a:spcPts val="12"/>
              </a:spcBef>
              <a:tabLst>
                <a:tab pos="122450" algn="l"/>
              </a:tabLst>
            </a:pPr>
            <a:endParaRPr sz="1577" b="1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okman Old Style" panose="02050604050505020204" pitchFamily="18" charset="0"/>
              <a:cs typeface="Poppins" panose="00000500000000000000" pitchFamily="2" charset="0"/>
            </a:endParaRPr>
          </a:p>
          <a:p>
            <a:pPr marL="293066" lvl="1" indent="-285750" defTabSz="554492">
              <a:spcBef>
                <a:spcPts val="9"/>
              </a:spcBef>
              <a:buFont typeface="Wingdings" panose="05000000000000000000" pitchFamily="2" charset="2"/>
              <a:buChar char="v"/>
              <a:tabLst>
                <a:tab pos="122450" algn="l"/>
              </a:tabLst>
            </a:pPr>
            <a:r>
              <a:rPr sz="1577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Poppins" panose="00000500000000000000" pitchFamily="2" charset="0"/>
              </a:rPr>
              <a:t>Frame the issue with urgency and relevance</a:t>
            </a:r>
            <a:r>
              <a:rPr sz="1577" b="1" kern="0" spc="39" dirty="0">
                <a:solidFill>
                  <a:srgbClr val="FFFFFF"/>
                </a:solidFill>
                <a:latin typeface="Bookman Old Style" panose="02050604050505020204" pitchFamily="18" charset="0"/>
                <a:cs typeface="Poppins" panose="00000500000000000000" pitchFamily="2" charset="0"/>
              </a:rPr>
              <a:t>.</a:t>
            </a:r>
            <a:endParaRPr sz="1577" b="1" kern="0" dirty="0">
              <a:solidFill>
                <a:sysClr val="windowText" lastClr="000000"/>
              </a:solidFill>
              <a:latin typeface="Bookman Old Style" panose="02050604050505020204" pitchFamily="18" charset="0"/>
              <a:cs typeface="Poppins" panose="00000500000000000000" pitchFamily="2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50717" y="2450924"/>
            <a:ext cx="6404779" cy="4261895"/>
            <a:chOff x="7833579" y="4041756"/>
            <a:chExt cx="10561955" cy="7028180"/>
          </a:xfrm>
        </p:grpSpPr>
        <p:sp>
          <p:nvSpPr>
            <p:cNvPr id="10" name="object 10"/>
            <p:cNvSpPr/>
            <p:nvPr/>
          </p:nvSpPr>
          <p:spPr>
            <a:xfrm>
              <a:off x="7906867" y="4219771"/>
              <a:ext cx="10488295" cy="6849745"/>
            </a:xfrm>
            <a:custGeom>
              <a:avLst/>
              <a:gdLst/>
              <a:ahLst/>
              <a:cxnLst/>
              <a:rect l="l" t="t" r="r" b="b"/>
              <a:pathLst>
                <a:path w="10488294" h="6849745">
                  <a:moveTo>
                    <a:pt x="1469771" y="1945779"/>
                  </a:moveTo>
                  <a:lnTo>
                    <a:pt x="198666" y="1151204"/>
                  </a:lnTo>
                  <a:lnTo>
                    <a:pt x="247319" y="1531594"/>
                  </a:lnTo>
                  <a:lnTo>
                    <a:pt x="0" y="1873669"/>
                  </a:lnTo>
                  <a:lnTo>
                    <a:pt x="292938" y="1888045"/>
                  </a:lnTo>
                  <a:lnTo>
                    <a:pt x="347764" y="2316492"/>
                  </a:lnTo>
                  <a:lnTo>
                    <a:pt x="1469771" y="1945779"/>
                  </a:lnTo>
                  <a:close/>
                </a:path>
                <a:path w="10488294" h="6849745">
                  <a:moveTo>
                    <a:pt x="1771332" y="3272586"/>
                  </a:moveTo>
                  <a:lnTo>
                    <a:pt x="373634" y="2667355"/>
                  </a:lnTo>
                  <a:lnTo>
                    <a:pt x="462407" y="3043288"/>
                  </a:lnTo>
                  <a:lnTo>
                    <a:pt x="240499" y="3426193"/>
                  </a:lnTo>
                  <a:lnTo>
                    <a:pt x="545604" y="3395586"/>
                  </a:lnTo>
                  <a:lnTo>
                    <a:pt x="645604" y="3819017"/>
                  </a:lnTo>
                  <a:lnTo>
                    <a:pt x="1771332" y="3272586"/>
                  </a:lnTo>
                  <a:close/>
                </a:path>
                <a:path w="10488294" h="6849745">
                  <a:moveTo>
                    <a:pt x="2156561" y="4465332"/>
                  </a:moveTo>
                  <a:lnTo>
                    <a:pt x="668858" y="4138828"/>
                  </a:lnTo>
                  <a:lnTo>
                    <a:pt x="827951" y="4490834"/>
                  </a:lnTo>
                  <a:lnTo>
                    <a:pt x="683437" y="4909109"/>
                  </a:lnTo>
                  <a:lnTo>
                    <a:pt x="930186" y="4718863"/>
                  </a:lnTo>
                  <a:lnTo>
                    <a:pt x="930935" y="4718710"/>
                  </a:lnTo>
                  <a:lnTo>
                    <a:pt x="930198" y="4718863"/>
                  </a:lnTo>
                  <a:lnTo>
                    <a:pt x="683437" y="4909109"/>
                  </a:lnTo>
                  <a:lnTo>
                    <a:pt x="977036" y="4820666"/>
                  </a:lnTo>
                  <a:lnTo>
                    <a:pt x="1156233" y="5217122"/>
                  </a:lnTo>
                  <a:lnTo>
                    <a:pt x="2156561" y="4465332"/>
                  </a:lnTo>
                  <a:close/>
                </a:path>
                <a:path w="10488294" h="6849745">
                  <a:moveTo>
                    <a:pt x="2916669" y="5523281"/>
                  </a:moveTo>
                  <a:lnTo>
                    <a:pt x="1393558" y="5517566"/>
                  </a:lnTo>
                  <a:lnTo>
                    <a:pt x="1623237" y="5828144"/>
                  </a:lnTo>
                  <a:lnTo>
                    <a:pt x="1570101" y="6267475"/>
                  </a:lnTo>
                  <a:lnTo>
                    <a:pt x="1838477" y="6119165"/>
                  </a:lnTo>
                  <a:lnTo>
                    <a:pt x="2097189" y="6468961"/>
                  </a:lnTo>
                  <a:lnTo>
                    <a:pt x="2916669" y="5523281"/>
                  </a:lnTo>
                  <a:close/>
                </a:path>
                <a:path w="10488294" h="6849745">
                  <a:moveTo>
                    <a:pt x="3220529" y="1287589"/>
                  </a:moveTo>
                  <a:lnTo>
                    <a:pt x="1906778" y="565696"/>
                  </a:lnTo>
                  <a:lnTo>
                    <a:pt x="1976742" y="942771"/>
                  </a:lnTo>
                  <a:lnTo>
                    <a:pt x="1749031" y="1298181"/>
                  </a:lnTo>
                  <a:lnTo>
                    <a:pt x="2021293" y="1186802"/>
                  </a:lnTo>
                  <a:lnTo>
                    <a:pt x="2022030" y="1186865"/>
                  </a:lnTo>
                  <a:lnTo>
                    <a:pt x="2021293" y="1186802"/>
                  </a:lnTo>
                  <a:lnTo>
                    <a:pt x="1749031" y="1298194"/>
                  </a:lnTo>
                  <a:lnTo>
                    <a:pt x="2042312" y="1296085"/>
                  </a:lnTo>
                  <a:lnTo>
                    <a:pt x="2121128" y="1720761"/>
                  </a:lnTo>
                  <a:lnTo>
                    <a:pt x="3220529" y="1287589"/>
                  </a:lnTo>
                  <a:close/>
                </a:path>
                <a:path w="10488294" h="6849745">
                  <a:moveTo>
                    <a:pt x="3596182" y="2595346"/>
                  </a:moveTo>
                  <a:lnTo>
                    <a:pt x="2347493" y="2136140"/>
                  </a:lnTo>
                  <a:lnTo>
                    <a:pt x="2347493" y="2679750"/>
                  </a:lnTo>
                  <a:lnTo>
                    <a:pt x="2346718" y="2679801"/>
                  </a:lnTo>
                  <a:lnTo>
                    <a:pt x="2347480" y="2679750"/>
                  </a:lnTo>
                  <a:lnTo>
                    <a:pt x="2347493" y="2136140"/>
                  </a:lnTo>
                  <a:lnTo>
                    <a:pt x="2166670" y="2069630"/>
                  </a:lnTo>
                  <a:lnTo>
                    <a:pt x="2276424" y="2439974"/>
                  </a:lnTo>
                  <a:lnTo>
                    <a:pt x="2076399" y="2834741"/>
                  </a:lnTo>
                  <a:lnTo>
                    <a:pt x="2379294" y="2787027"/>
                  </a:lnTo>
                  <a:lnTo>
                    <a:pt x="2502941" y="3204172"/>
                  </a:lnTo>
                  <a:lnTo>
                    <a:pt x="3596182" y="2595346"/>
                  </a:lnTo>
                  <a:close/>
                </a:path>
                <a:path w="10488294" h="6849745">
                  <a:moveTo>
                    <a:pt x="4047833" y="3764559"/>
                  </a:moveTo>
                  <a:lnTo>
                    <a:pt x="2838386" y="3569614"/>
                  </a:lnTo>
                  <a:lnTo>
                    <a:pt x="2838386" y="4086415"/>
                  </a:lnTo>
                  <a:lnTo>
                    <a:pt x="2837637" y="4086606"/>
                  </a:lnTo>
                  <a:lnTo>
                    <a:pt x="2838373" y="4086415"/>
                  </a:lnTo>
                  <a:lnTo>
                    <a:pt x="2838386" y="3569614"/>
                  </a:lnTo>
                  <a:lnTo>
                    <a:pt x="2544127" y="3522180"/>
                  </a:lnTo>
                  <a:lnTo>
                    <a:pt x="2722740" y="3864686"/>
                  </a:lnTo>
                  <a:lnTo>
                    <a:pt x="2601976" y="4290415"/>
                  </a:lnTo>
                  <a:lnTo>
                    <a:pt x="2890139" y="4185628"/>
                  </a:lnTo>
                  <a:lnTo>
                    <a:pt x="3091332" y="4571377"/>
                  </a:lnTo>
                  <a:lnTo>
                    <a:pt x="4047833" y="3764559"/>
                  </a:lnTo>
                  <a:close/>
                </a:path>
                <a:path w="10488294" h="6849745">
                  <a:moveTo>
                    <a:pt x="4866183" y="4778108"/>
                  </a:moveTo>
                  <a:lnTo>
                    <a:pt x="3345167" y="4858004"/>
                  </a:lnTo>
                  <a:lnTo>
                    <a:pt x="3591941" y="5155171"/>
                  </a:lnTo>
                  <a:lnTo>
                    <a:pt x="3563569" y="5596826"/>
                  </a:lnTo>
                  <a:lnTo>
                    <a:pt x="3751008" y="5347932"/>
                  </a:lnTo>
                  <a:lnTo>
                    <a:pt x="3751707" y="5347576"/>
                  </a:lnTo>
                  <a:lnTo>
                    <a:pt x="3751021" y="5347932"/>
                  </a:lnTo>
                  <a:lnTo>
                    <a:pt x="3563582" y="5596826"/>
                  </a:lnTo>
                  <a:lnTo>
                    <a:pt x="3823195" y="5433657"/>
                  </a:lnTo>
                  <a:lnTo>
                    <a:pt x="4101160" y="5768352"/>
                  </a:lnTo>
                  <a:lnTo>
                    <a:pt x="4866157" y="4778133"/>
                  </a:lnTo>
                  <a:close/>
                </a:path>
                <a:path w="10488294" h="6849745">
                  <a:moveTo>
                    <a:pt x="5054993" y="1563624"/>
                  </a:moveTo>
                  <a:lnTo>
                    <a:pt x="3816743" y="1215428"/>
                  </a:lnTo>
                  <a:lnTo>
                    <a:pt x="3816743" y="1745437"/>
                  </a:lnTo>
                  <a:lnTo>
                    <a:pt x="3815969" y="1745551"/>
                  </a:lnTo>
                  <a:lnTo>
                    <a:pt x="3662959" y="1849932"/>
                  </a:lnTo>
                  <a:lnTo>
                    <a:pt x="3815969" y="1745538"/>
                  </a:lnTo>
                  <a:lnTo>
                    <a:pt x="3816731" y="1745437"/>
                  </a:lnTo>
                  <a:lnTo>
                    <a:pt x="3816743" y="1215428"/>
                  </a:lnTo>
                  <a:lnTo>
                    <a:pt x="3588740" y="1151305"/>
                  </a:lnTo>
                  <a:lnTo>
                    <a:pt x="3727132" y="1511935"/>
                  </a:lnTo>
                  <a:lnTo>
                    <a:pt x="3558590" y="1921141"/>
                  </a:lnTo>
                  <a:lnTo>
                    <a:pt x="3856825" y="1849894"/>
                  </a:lnTo>
                  <a:lnTo>
                    <a:pt x="4012717" y="2256078"/>
                  </a:lnTo>
                  <a:lnTo>
                    <a:pt x="5054993" y="1563624"/>
                  </a:lnTo>
                  <a:close/>
                </a:path>
                <a:path w="10488294" h="6849745">
                  <a:moveTo>
                    <a:pt x="5573115" y="2877731"/>
                  </a:moveTo>
                  <a:lnTo>
                    <a:pt x="4071531" y="2622575"/>
                  </a:lnTo>
                  <a:lnTo>
                    <a:pt x="4247223" y="2966567"/>
                  </a:lnTo>
                  <a:lnTo>
                    <a:pt x="4122839" y="3391281"/>
                  </a:lnTo>
                  <a:lnTo>
                    <a:pt x="4411878" y="3288944"/>
                  </a:lnTo>
                  <a:lnTo>
                    <a:pt x="4609795" y="3676396"/>
                  </a:lnTo>
                  <a:lnTo>
                    <a:pt x="5573115" y="2877731"/>
                  </a:lnTo>
                  <a:close/>
                </a:path>
                <a:path w="10488294" h="6849745">
                  <a:moveTo>
                    <a:pt x="5813679" y="5747461"/>
                  </a:moveTo>
                  <a:lnTo>
                    <a:pt x="4807661" y="5969432"/>
                  </a:lnTo>
                  <a:lnTo>
                    <a:pt x="4807661" y="6491922"/>
                  </a:lnTo>
                  <a:lnTo>
                    <a:pt x="4807026" y="6492392"/>
                  </a:lnTo>
                  <a:lnTo>
                    <a:pt x="4807648" y="6491922"/>
                  </a:lnTo>
                  <a:lnTo>
                    <a:pt x="4807661" y="5969432"/>
                  </a:lnTo>
                  <a:lnTo>
                    <a:pt x="4326344" y="6075629"/>
                  </a:lnTo>
                  <a:lnTo>
                    <a:pt x="4618494" y="6328321"/>
                  </a:lnTo>
                  <a:lnTo>
                    <a:pt x="4662919" y="6768643"/>
                  </a:lnTo>
                  <a:lnTo>
                    <a:pt x="4892281" y="6565112"/>
                  </a:lnTo>
                  <a:lnTo>
                    <a:pt x="5221351" y="6849719"/>
                  </a:lnTo>
                  <a:lnTo>
                    <a:pt x="5813666" y="5747486"/>
                  </a:lnTo>
                  <a:close/>
                </a:path>
                <a:path w="10488294" h="6849745">
                  <a:moveTo>
                    <a:pt x="6364605" y="3848379"/>
                  </a:moveTo>
                  <a:lnTo>
                    <a:pt x="5265572" y="3935285"/>
                  </a:lnTo>
                  <a:lnTo>
                    <a:pt x="5265572" y="4447095"/>
                  </a:lnTo>
                  <a:lnTo>
                    <a:pt x="5264886" y="4447464"/>
                  </a:lnTo>
                  <a:lnTo>
                    <a:pt x="5265559" y="4447095"/>
                  </a:lnTo>
                  <a:lnTo>
                    <a:pt x="5265572" y="3935285"/>
                  </a:lnTo>
                  <a:lnTo>
                    <a:pt x="4846231" y="3968432"/>
                  </a:lnTo>
                  <a:lnTo>
                    <a:pt x="5100764" y="4258996"/>
                  </a:lnTo>
                  <a:lnTo>
                    <a:pt x="5084089" y="4701222"/>
                  </a:lnTo>
                  <a:lnTo>
                    <a:pt x="5339308" y="4531245"/>
                  </a:lnTo>
                  <a:lnTo>
                    <a:pt x="5626011" y="4858486"/>
                  </a:lnTo>
                  <a:lnTo>
                    <a:pt x="6364567" y="3848417"/>
                  </a:lnTo>
                  <a:close/>
                </a:path>
                <a:path w="10488294" h="6849745">
                  <a:moveTo>
                    <a:pt x="7007847" y="1572729"/>
                  </a:moveTo>
                  <a:lnTo>
                    <a:pt x="5819635" y="1452994"/>
                  </a:lnTo>
                  <a:lnTo>
                    <a:pt x="5819635" y="1965794"/>
                  </a:lnTo>
                  <a:lnTo>
                    <a:pt x="5818898" y="1966036"/>
                  </a:lnTo>
                  <a:lnTo>
                    <a:pt x="5819622" y="1965794"/>
                  </a:lnTo>
                  <a:lnTo>
                    <a:pt x="5819635" y="1452994"/>
                  </a:lnTo>
                  <a:lnTo>
                    <a:pt x="5492407" y="1420012"/>
                  </a:lnTo>
                  <a:lnTo>
                    <a:pt x="5691022" y="1751304"/>
                  </a:lnTo>
                  <a:lnTo>
                    <a:pt x="5595734" y="2183473"/>
                  </a:lnTo>
                  <a:lnTo>
                    <a:pt x="5877179" y="2061756"/>
                  </a:lnTo>
                  <a:lnTo>
                    <a:pt x="6100915" y="2434894"/>
                  </a:lnTo>
                  <a:lnTo>
                    <a:pt x="7007847" y="1572729"/>
                  </a:lnTo>
                  <a:close/>
                </a:path>
                <a:path w="10488294" h="6849745">
                  <a:moveTo>
                    <a:pt x="7321905" y="4647400"/>
                  </a:moveTo>
                  <a:lnTo>
                    <a:pt x="5834558" y="4975568"/>
                  </a:lnTo>
                  <a:lnTo>
                    <a:pt x="6126721" y="5228272"/>
                  </a:lnTo>
                  <a:lnTo>
                    <a:pt x="6171146" y="5668581"/>
                  </a:lnTo>
                  <a:lnTo>
                    <a:pt x="6400495" y="5465051"/>
                  </a:lnTo>
                  <a:lnTo>
                    <a:pt x="6729577" y="5749658"/>
                  </a:lnTo>
                  <a:lnTo>
                    <a:pt x="7321905" y="4647400"/>
                  </a:lnTo>
                  <a:close/>
                </a:path>
                <a:path w="10488294" h="6849745">
                  <a:moveTo>
                    <a:pt x="7787233" y="2393734"/>
                  </a:moveTo>
                  <a:lnTo>
                    <a:pt x="6282042" y="2626550"/>
                  </a:lnTo>
                  <a:lnTo>
                    <a:pt x="6557505" y="2897327"/>
                  </a:lnTo>
                  <a:lnTo>
                    <a:pt x="6573825" y="3339579"/>
                  </a:lnTo>
                  <a:lnTo>
                    <a:pt x="6815658" y="3151073"/>
                  </a:lnTo>
                  <a:lnTo>
                    <a:pt x="7125957" y="3456051"/>
                  </a:lnTo>
                  <a:lnTo>
                    <a:pt x="7787233" y="2393746"/>
                  </a:lnTo>
                  <a:close/>
                </a:path>
                <a:path w="10488294" h="6849745">
                  <a:moveTo>
                    <a:pt x="8796325" y="3092094"/>
                  </a:moveTo>
                  <a:lnTo>
                    <a:pt x="7399896" y="3700272"/>
                  </a:lnTo>
                  <a:lnTo>
                    <a:pt x="7735214" y="3892054"/>
                  </a:lnTo>
                  <a:lnTo>
                    <a:pt x="7863522" y="4315587"/>
                  </a:lnTo>
                  <a:lnTo>
                    <a:pt x="8049425" y="4071734"/>
                  </a:lnTo>
                  <a:lnTo>
                    <a:pt x="8427123" y="4287723"/>
                  </a:lnTo>
                  <a:lnTo>
                    <a:pt x="8796325" y="3092094"/>
                  </a:lnTo>
                  <a:close/>
                </a:path>
                <a:path w="10488294" h="6849745">
                  <a:moveTo>
                    <a:pt x="8850236" y="875093"/>
                  </a:moveTo>
                  <a:lnTo>
                    <a:pt x="7730579" y="923594"/>
                  </a:lnTo>
                  <a:lnTo>
                    <a:pt x="7730579" y="1434299"/>
                  </a:lnTo>
                  <a:lnTo>
                    <a:pt x="7729880" y="1434642"/>
                  </a:lnTo>
                  <a:lnTo>
                    <a:pt x="7730566" y="1434299"/>
                  </a:lnTo>
                  <a:lnTo>
                    <a:pt x="7730579" y="923594"/>
                  </a:lnTo>
                  <a:lnTo>
                    <a:pt x="7328548" y="941006"/>
                  </a:lnTo>
                  <a:lnTo>
                    <a:pt x="7572578" y="1240434"/>
                  </a:lnTo>
                  <a:lnTo>
                    <a:pt x="7540155" y="1681797"/>
                  </a:lnTo>
                  <a:lnTo>
                    <a:pt x="7801254" y="1521028"/>
                  </a:lnTo>
                  <a:lnTo>
                    <a:pt x="8076133" y="1858276"/>
                  </a:lnTo>
                  <a:lnTo>
                    <a:pt x="8850211" y="875118"/>
                  </a:lnTo>
                  <a:close/>
                </a:path>
                <a:path w="10488294" h="6849745">
                  <a:moveTo>
                    <a:pt x="9696640" y="1499908"/>
                  </a:moveTo>
                  <a:lnTo>
                    <a:pt x="8847404" y="1864080"/>
                  </a:lnTo>
                  <a:lnTo>
                    <a:pt x="8847404" y="2419223"/>
                  </a:lnTo>
                  <a:lnTo>
                    <a:pt x="8846871" y="2419794"/>
                  </a:lnTo>
                  <a:lnTo>
                    <a:pt x="8847391" y="2419223"/>
                  </a:lnTo>
                  <a:lnTo>
                    <a:pt x="8847404" y="1864080"/>
                  </a:lnTo>
                  <a:lnTo>
                    <a:pt x="8296796" y="2100173"/>
                  </a:lnTo>
                  <a:lnTo>
                    <a:pt x="8631009" y="2293836"/>
                  </a:lnTo>
                  <a:lnTo>
                    <a:pt x="8756917" y="2718104"/>
                  </a:lnTo>
                  <a:lnTo>
                    <a:pt x="8944204" y="2475319"/>
                  </a:lnTo>
                  <a:lnTo>
                    <a:pt x="9320670" y="2693441"/>
                  </a:lnTo>
                  <a:lnTo>
                    <a:pt x="9696640" y="1499908"/>
                  </a:lnTo>
                  <a:close/>
                </a:path>
                <a:path w="10488294" h="6849745">
                  <a:moveTo>
                    <a:pt x="10488092" y="0"/>
                  </a:moveTo>
                  <a:lnTo>
                    <a:pt x="9670110" y="383679"/>
                  </a:lnTo>
                  <a:lnTo>
                    <a:pt x="9670110" y="947229"/>
                  </a:lnTo>
                  <a:lnTo>
                    <a:pt x="9669589" y="947813"/>
                  </a:lnTo>
                  <a:lnTo>
                    <a:pt x="9629635" y="1098397"/>
                  </a:lnTo>
                  <a:lnTo>
                    <a:pt x="9669589" y="947813"/>
                  </a:lnTo>
                  <a:lnTo>
                    <a:pt x="9670097" y="947229"/>
                  </a:lnTo>
                  <a:lnTo>
                    <a:pt x="9670110" y="383679"/>
                  </a:lnTo>
                  <a:lnTo>
                    <a:pt x="9109126" y="646798"/>
                  </a:lnTo>
                  <a:lnTo>
                    <a:pt x="9449638" y="829170"/>
                  </a:lnTo>
                  <a:lnTo>
                    <a:pt x="9589681" y="1248981"/>
                  </a:lnTo>
                  <a:lnTo>
                    <a:pt x="9768738" y="1000036"/>
                  </a:lnTo>
                  <a:lnTo>
                    <a:pt x="10152291" y="1205433"/>
                  </a:lnTo>
                  <a:lnTo>
                    <a:pt x="10488092" y="0"/>
                  </a:lnTo>
                  <a:close/>
                </a:path>
              </a:pathLst>
            </a:custGeom>
            <a:solidFill>
              <a:srgbClr val="383838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7423258" y="4041756"/>
              <a:ext cx="898525" cy="1249045"/>
            </a:xfrm>
            <a:custGeom>
              <a:avLst/>
              <a:gdLst/>
              <a:ahLst/>
              <a:cxnLst/>
              <a:rect l="l" t="t" r="r" b="b"/>
              <a:pathLst>
                <a:path w="898525" h="1249045">
                  <a:moveTo>
                    <a:pt x="898401" y="0"/>
                  </a:moveTo>
                  <a:lnTo>
                    <a:pt x="79913" y="947824"/>
                  </a:lnTo>
                  <a:lnTo>
                    <a:pt x="0" y="1248977"/>
                  </a:lnTo>
                  <a:lnTo>
                    <a:pt x="898401" y="0"/>
                  </a:lnTo>
                  <a:close/>
                </a:path>
              </a:pathLst>
            </a:custGeom>
            <a:solidFill>
              <a:srgbClr val="A01C1C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6942703" y="4041759"/>
              <a:ext cx="1379220" cy="1205865"/>
            </a:xfrm>
            <a:custGeom>
              <a:avLst/>
              <a:gdLst/>
              <a:ahLst/>
              <a:cxnLst/>
              <a:rect l="l" t="t" r="r" b="b"/>
              <a:pathLst>
                <a:path w="1379219" h="1205864">
                  <a:moveTo>
                    <a:pt x="1378963" y="0"/>
                  </a:moveTo>
                  <a:lnTo>
                    <a:pt x="0" y="646797"/>
                  </a:lnTo>
                  <a:lnTo>
                    <a:pt x="1043161" y="1205439"/>
                  </a:lnTo>
                  <a:lnTo>
                    <a:pt x="1378963" y="0"/>
                  </a:lnTo>
                  <a:close/>
                </a:path>
              </a:pathLst>
            </a:custGeom>
            <a:solidFill>
              <a:srgbClr val="ED2E2E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7283214" y="4041761"/>
              <a:ext cx="1038860" cy="1249045"/>
            </a:xfrm>
            <a:custGeom>
              <a:avLst/>
              <a:gdLst/>
              <a:ahLst/>
              <a:cxnLst/>
              <a:rect l="l" t="t" r="r" b="b"/>
              <a:pathLst>
                <a:path w="1038859" h="1249045">
                  <a:moveTo>
                    <a:pt x="1038450" y="0"/>
                  </a:moveTo>
                  <a:lnTo>
                    <a:pt x="0" y="829147"/>
                  </a:lnTo>
                  <a:lnTo>
                    <a:pt x="140048" y="1248977"/>
                  </a:lnTo>
                  <a:lnTo>
                    <a:pt x="219951" y="947814"/>
                  </a:lnTo>
                  <a:lnTo>
                    <a:pt x="1038450" y="0"/>
                  </a:lnTo>
                  <a:close/>
                </a:path>
              </a:pathLst>
            </a:custGeom>
            <a:solidFill>
              <a:srgbClr val="C61C1C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5373737" y="4916864"/>
              <a:ext cx="1310640" cy="807085"/>
            </a:xfrm>
            <a:custGeom>
              <a:avLst/>
              <a:gdLst/>
              <a:ahLst/>
              <a:cxnLst/>
              <a:rect l="l" t="t" r="r" b="b"/>
              <a:pathLst>
                <a:path w="1310640" h="807085">
                  <a:moveTo>
                    <a:pt x="1310075" y="0"/>
                  </a:moveTo>
                  <a:lnTo>
                    <a:pt x="189721" y="559543"/>
                  </a:lnTo>
                  <a:lnTo>
                    <a:pt x="0" y="806697"/>
                  </a:lnTo>
                  <a:lnTo>
                    <a:pt x="1310075" y="0"/>
                  </a:lnTo>
                  <a:close/>
                </a:path>
              </a:pathLst>
            </a:custGeom>
            <a:solidFill>
              <a:srgbClr val="BACED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5162125" y="4916857"/>
              <a:ext cx="1522095" cy="983615"/>
            </a:xfrm>
            <a:custGeom>
              <a:avLst/>
              <a:gdLst/>
              <a:ahLst/>
              <a:cxnLst/>
              <a:rect l="l" t="t" r="r" b="b"/>
              <a:pathLst>
                <a:path w="1522094" h="983614">
                  <a:moveTo>
                    <a:pt x="1521691" y="0"/>
                  </a:moveTo>
                  <a:lnTo>
                    <a:pt x="0" y="65914"/>
                  </a:lnTo>
                  <a:lnTo>
                    <a:pt x="747589" y="983174"/>
                  </a:lnTo>
                  <a:lnTo>
                    <a:pt x="15216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5373737" y="4916861"/>
              <a:ext cx="1310640" cy="807085"/>
            </a:xfrm>
            <a:custGeom>
              <a:avLst/>
              <a:gdLst/>
              <a:ahLst/>
              <a:cxnLst/>
              <a:rect l="l" t="t" r="r" b="b"/>
              <a:pathLst>
                <a:path w="1310640" h="807085">
                  <a:moveTo>
                    <a:pt x="1310075" y="0"/>
                  </a:moveTo>
                  <a:lnTo>
                    <a:pt x="32417" y="365329"/>
                  </a:lnTo>
                  <a:lnTo>
                    <a:pt x="0" y="806697"/>
                  </a:lnTo>
                  <a:lnTo>
                    <a:pt x="189721" y="559543"/>
                  </a:lnTo>
                  <a:lnTo>
                    <a:pt x="1310075" y="0"/>
                  </a:lnTo>
                  <a:close/>
                </a:path>
              </a:pathLst>
            </a:custGeom>
            <a:solidFill>
              <a:srgbClr val="DCE9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4407398" y="6435482"/>
              <a:ext cx="1213485" cy="946150"/>
            </a:xfrm>
            <a:custGeom>
              <a:avLst/>
              <a:gdLst/>
              <a:ahLst/>
              <a:cxnLst/>
              <a:rect l="l" t="t" r="r" b="b"/>
              <a:pathLst>
                <a:path w="1213484" h="946150">
                  <a:moveTo>
                    <a:pt x="1213429" y="0"/>
                  </a:moveTo>
                  <a:lnTo>
                    <a:pt x="161387" y="679330"/>
                  </a:lnTo>
                  <a:lnTo>
                    <a:pt x="0" y="945856"/>
                  </a:lnTo>
                  <a:lnTo>
                    <a:pt x="1213429" y="0"/>
                  </a:lnTo>
                  <a:close/>
                </a:path>
              </a:pathLst>
            </a:custGeom>
            <a:solidFill>
              <a:srgbClr val="BACED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14115617" y="6435484"/>
              <a:ext cx="1505585" cy="1062355"/>
            </a:xfrm>
            <a:custGeom>
              <a:avLst/>
              <a:gdLst/>
              <a:ahLst/>
              <a:cxnLst/>
              <a:rect l="l" t="t" r="r" b="b"/>
              <a:pathLst>
                <a:path w="1505584" h="1062354">
                  <a:moveTo>
                    <a:pt x="1505210" y="0"/>
                  </a:moveTo>
                  <a:lnTo>
                    <a:pt x="0" y="232820"/>
                  </a:lnTo>
                  <a:lnTo>
                    <a:pt x="843911" y="1062323"/>
                  </a:lnTo>
                  <a:lnTo>
                    <a:pt x="1505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4391088" y="6435487"/>
              <a:ext cx="1229995" cy="946150"/>
            </a:xfrm>
            <a:custGeom>
              <a:avLst/>
              <a:gdLst/>
              <a:ahLst/>
              <a:cxnLst/>
              <a:rect l="l" t="t" r="r" b="b"/>
              <a:pathLst>
                <a:path w="1229994" h="946150">
                  <a:moveTo>
                    <a:pt x="1229742" y="0"/>
                  </a:moveTo>
                  <a:lnTo>
                    <a:pt x="0" y="503586"/>
                  </a:lnTo>
                  <a:lnTo>
                    <a:pt x="16313" y="945856"/>
                  </a:lnTo>
                  <a:lnTo>
                    <a:pt x="177701" y="679330"/>
                  </a:lnTo>
                  <a:lnTo>
                    <a:pt x="1229742" y="0"/>
                  </a:lnTo>
                  <a:close/>
                </a:path>
              </a:pathLst>
            </a:custGeom>
            <a:solidFill>
              <a:srgbClr val="DCE9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2917666" y="7890148"/>
              <a:ext cx="1280795" cy="853440"/>
            </a:xfrm>
            <a:custGeom>
              <a:avLst/>
              <a:gdLst/>
              <a:ahLst/>
              <a:cxnLst/>
              <a:rect l="l" t="t" r="r" b="b"/>
              <a:pathLst>
                <a:path w="1280794" h="853440">
                  <a:moveTo>
                    <a:pt x="1280515" y="0"/>
                  </a:moveTo>
                  <a:lnTo>
                    <a:pt x="180800" y="599070"/>
                  </a:lnTo>
                  <a:lnTo>
                    <a:pt x="0" y="852832"/>
                  </a:lnTo>
                  <a:lnTo>
                    <a:pt x="1280515" y="0"/>
                  </a:lnTo>
                  <a:close/>
                </a:path>
              </a:pathLst>
            </a:custGeom>
            <a:solidFill>
              <a:srgbClr val="BACED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2679812" y="7890145"/>
              <a:ext cx="1518920" cy="1010285"/>
            </a:xfrm>
            <a:custGeom>
              <a:avLst/>
              <a:gdLst/>
              <a:ahLst/>
              <a:cxnLst/>
              <a:rect l="l" t="t" r="r" b="b"/>
              <a:pathLst>
                <a:path w="1518919" h="1010284">
                  <a:moveTo>
                    <a:pt x="1518372" y="0"/>
                  </a:moveTo>
                  <a:lnTo>
                    <a:pt x="0" y="120048"/>
                  </a:lnTo>
                  <a:lnTo>
                    <a:pt x="779777" y="1010105"/>
                  </a:lnTo>
                  <a:lnTo>
                    <a:pt x="1518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2917672" y="7890147"/>
              <a:ext cx="1280795" cy="853440"/>
            </a:xfrm>
            <a:custGeom>
              <a:avLst/>
              <a:gdLst/>
              <a:ahLst/>
              <a:cxnLst/>
              <a:rect l="l" t="t" r="r" b="b"/>
              <a:pathLst>
                <a:path w="1280794" h="853440">
                  <a:moveTo>
                    <a:pt x="1280515" y="0"/>
                  </a:moveTo>
                  <a:lnTo>
                    <a:pt x="16680" y="410584"/>
                  </a:lnTo>
                  <a:lnTo>
                    <a:pt x="0" y="852832"/>
                  </a:lnTo>
                  <a:lnTo>
                    <a:pt x="180790" y="599081"/>
                  </a:lnTo>
                  <a:lnTo>
                    <a:pt x="1280515" y="0"/>
                  </a:lnTo>
                  <a:close/>
                </a:path>
              </a:pathLst>
            </a:custGeom>
            <a:solidFill>
              <a:srgbClr val="DCE9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6590498" y="5541672"/>
              <a:ext cx="939800" cy="1218565"/>
            </a:xfrm>
            <a:custGeom>
              <a:avLst/>
              <a:gdLst/>
              <a:ahLst/>
              <a:cxnLst/>
              <a:rect l="l" t="t" r="r" b="b"/>
              <a:pathLst>
                <a:path w="939800" h="1218565">
                  <a:moveTo>
                    <a:pt x="939720" y="0"/>
                  </a:moveTo>
                  <a:lnTo>
                    <a:pt x="89944" y="919877"/>
                  </a:lnTo>
                  <a:lnTo>
                    <a:pt x="0" y="1218193"/>
                  </a:lnTo>
                  <a:lnTo>
                    <a:pt x="939720" y="0"/>
                  </a:lnTo>
                  <a:close/>
                </a:path>
              </a:pathLst>
            </a:custGeom>
            <a:solidFill>
              <a:srgbClr val="BACED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6130373" y="5541672"/>
              <a:ext cx="1400175" cy="1193800"/>
            </a:xfrm>
            <a:custGeom>
              <a:avLst/>
              <a:gdLst/>
              <a:ahLst/>
              <a:cxnLst/>
              <a:rect l="l" t="t" r="r" b="b"/>
              <a:pathLst>
                <a:path w="1400175" h="1193800">
                  <a:moveTo>
                    <a:pt x="1399842" y="0"/>
                  </a:moveTo>
                  <a:lnTo>
                    <a:pt x="0" y="600264"/>
                  </a:lnTo>
                  <a:lnTo>
                    <a:pt x="1023874" y="1193523"/>
                  </a:lnTo>
                  <a:lnTo>
                    <a:pt x="1399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6464592" y="5541674"/>
              <a:ext cx="1066165" cy="1218565"/>
            </a:xfrm>
            <a:custGeom>
              <a:avLst/>
              <a:gdLst/>
              <a:ahLst/>
              <a:cxnLst/>
              <a:rect l="l" t="t" r="r" b="b"/>
              <a:pathLst>
                <a:path w="1066165" h="1218565">
                  <a:moveTo>
                    <a:pt x="1065622" y="0"/>
                  </a:moveTo>
                  <a:lnTo>
                    <a:pt x="0" y="793912"/>
                  </a:lnTo>
                  <a:lnTo>
                    <a:pt x="125901" y="1218193"/>
                  </a:lnTo>
                  <a:lnTo>
                    <a:pt x="215857" y="919877"/>
                  </a:lnTo>
                  <a:lnTo>
                    <a:pt x="1065622" y="0"/>
                  </a:lnTo>
                  <a:close/>
                </a:path>
              </a:pathLst>
            </a:custGeom>
            <a:solidFill>
              <a:srgbClr val="DCE9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15697095" y="7133858"/>
              <a:ext cx="932815" cy="1223645"/>
            </a:xfrm>
            <a:custGeom>
              <a:avLst/>
              <a:gdLst/>
              <a:ahLst/>
              <a:cxnLst/>
              <a:rect l="l" t="t" r="r" b="b"/>
              <a:pathLst>
                <a:path w="932815" h="1223645">
                  <a:moveTo>
                    <a:pt x="932798" y="0"/>
                  </a:moveTo>
                  <a:lnTo>
                    <a:pt x="88259" y="924673"/>
                  </a:lnTo>
                  <a:lnTo>
                    <a:pt x="0" y="1223491"/>
                  </a:lnTo>
                  <a:lnTo>
                    <a:pt x="932798" y="0"/>
                  </a:lnTo>
                  <a:close/>
                </a:path>
              </a:pathLst>
            </a:custGeom>
            <a:solidFill>
              <a:srgbClr val="BACED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15233479" y="7133853"/>
              <a:ext cx="1397000" cy="1195705"/>
            </a:xfrm>
            <a:custGeom>
              <a:avLst/>
              <a:gdLst/>
              <a:ahLst/>
              <a:cxnLst/>
              <a:rect l="l" t="t" r="r" b="b"/>
              <a:pathLst>
                <a:path w="1397000" h="1195704">
                  <a:moveTo>
                    <a:pt x="1396418" y="0"/>
                  </a:moveTo>
                  <a:lnTo>
                    <a:pt x="0" y="608180"/>
                  </a:lnTo>
                  <a:lnTo>
                    <a:pt x="1027214" y="1195628"/>
                  </a:lnTo>
                  <a:lnTo>
                    <a:pt x="13964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15568789" y="7133854"/>
              <a:ext cx="1061720" cy="1223645"/>
            </a:xfrm>
            <a:custGeom>
              <a:avLst/>
              <a:gdLst/>
              <a:ahLst/>
              <a:cxnLst/>
              <a:rect l="l" t="t" r="r" b="b"/>
              <a:pathLst>
                <a:path w="1061719" h="1223645">
                  <a:moveTo>
                    <a:pt x="1061109" y="0"/>
                  </a:moveTo>
                  <a:lnTo>
                    <a:pt x="0" y="799944"/>
                  </a:lnTo>
                  <a:lnTo>
                    <a:pt x="128310" y="1223491"/>
                  </a:lnTo>
                  <a:lnTo>
                    <a:pt x="216569" y="924673"/>
                  </a:lnTo>
                  <a:lnTo>
                    <a:pt x="1061109" y="0"/>
                  </a:lnTo>
                  <a:close/>
                </a:path>
              </a:pathLst>
            </a:custGeom>
            <a:solidFill>
              <a:srgbClr val="DCE9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4004723" y="8689160"/>
              <a:ext cx="1151255" cy="1021715"/>
            </a:xfrm>
            <a:custGeom>
              <a:avLst/>
              <a:gdLst/>
              <a:ahLst/>
              <a:cxnLst/>
              <a:rect l="l" t="t" r="r" b="b"/>
              <a:pathLst>
                <a:path w="1151255" h="1021715">
                  <a:moveTo>
                    <a:pt x="1150760" y="0"/>
                  </a:moveTo>
                  <a:lnTo>
                    <a:pt x="144100" y="744930"/>
                  </a:lnTo>
                  <a:lnTo>
                    <a:pt x="0" y="1021183"/>
                  </a:lnTo>
                  <a:lnTo>
                    <a:pt x="1150760" y="0"/>
                  </a:lnTo>
                  <a:close/>
                </a:path>
              </a:pathLst>
            </a:custGeom>
            <a:solidFill>
              <a:srgbClr val="BACED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13668140" y="8689154"/>
              <a:ext cx="1487805" cy="1102360"/>
            </a:xfrm>
            <a:custGeom>
              <a:avLst/>
              <a:gdLst/>
              <a:ahLst/>
              <a:cxnLst/>
              <a:rect l="l" t="t" r="r" b="b"/>
              <a:pathLst>
                <a:path w="1487805" h="1102359">
                  <a:moveTo>
                    <a:pt x="1487336" y="0"/>
                  </a:moveTo>
                  <a:lnTo>
                    <a:pt x="0" y="328178"/>
                  </a:lnTo>
                  <a:lnTo>
                    <a:pt x="895009" y="1102270"/>
                  </a:lnTo>
                  <a:lnTo>
                    <a:pt x="14873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13960302" y="8689158"/>
              <a:ext cx="1195705" cy="1021715"/>
            </a:xfrm>
            <a:custGeom>
              <a:avLst/>
              <a:gdLst/>
              <a:ahLst/>
              <a:cxnLst/>
              <a:rect l="l" t="t" r="r" b="b"/>
              <a:pathLst>
                <a:path w="1195705" h="1021715">
                  <a:moveTo>
                    <a:pt x="1195178" y="0"/>
                  </a:moveTo>
                  <a:lnTo>
                    <a:pt x="0" y="580851"/>
                  </a:lnTo>
                  <a:lnTo>
                    <a:pt x="44417" y="1021183"/>
                  </a:lnTo>
                  <a:lnTo>
                    <a:pt x="188517" y="744930"/>
                  </a:lnTo>
                  <a:lnTo>
                    <a:pt x="1195178" y="0"/>
                  </a:lnTo>
                  <a:close/>
                </a:path>
              </a:pathLst>
            </a:custGeom>
            <a:solidFill>
              <a:srgbClr val="DCE9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11956407" y="6919494"/>
              <a:ext cx="1450340" cy="513715"/>
            </a:xfrm>
            <a:custGeom>
              <a:avLst/>
              <a:gdLst/>
              <a:ahLst/>
              <a:cxnLst/>
              <a:rect l="l" t="t" r="r" b="b"/>
              <a:pathLst>
                <a:path w="1450340" h="513715">
                  <a:moveTo>
                    <a:pt x="1450280" y="0"/>
                  </a:moveTo>
                  <a:lnTo>
                    <a:pt x="237395" y="311749"/>
                  </a:lnTo>
                  <a:lnTo>
                    <a:pt x="0" y="513555"/>
                  </a:lnTo>
                  <a:lnTo>
                    <a:pt x="1450280" y="0"/>
                  </a:lnTo>
                  <a:close/>
                </a:path>
              </a:pathLst>
            </a:custGeom>
            <a:solidFill>
              <a:srgbClr val="BACED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11905103" y="6664338"/>
              <a:ext cx="1501775" cy="1054100"/>
            </a:xfrm>
            <a:custGeom>
              <a:avLst/>
              <a:gdLst/>
              <a:ahLst/>
              <a:cxnLst/>
              <a:rect l="l" t="t" r="r" b="b"/>
              <a:pathLst>
                <a:path w="1501775" h="1054100">
                  <a:moveTo>
                    <a:pt x="0" y="0"/>
                  </a:moveTo>
                  <a:lnTo>
                    <a:pt x="538266" y="1053821"/>
                  </a:lnTo>
                  <a:lnTo>
                    <a:pt x="1501587" y="255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11956411" y="6919497"/>
              <a:ext cx="1450340" cy="513715"/>
            </a:xfrm>
            <a:custGeom>
              <a:avLst/>
              <a:gdLst/>
              <a:ahLst/>
              <a:cxnLst/>
              <a:rect l="l" t="t" r="r" b="b"/>
              <a:pathLst>
                <a:path w="1450340" h="513715">
                  <a:moveTo>
                    <a:pt x="1450280" y="0"/>
                  </a:moveTo>
                  <a:lnTo>
                    <a:pt x="124394" y="88834"/>
                  </a:lnTo>
                  <a:lnTo>
                    <a:pt x="0" y="513555"/>
                  </a:lnTo>
                  <a:lnTo>
                    <a:pt x="237395" y="311749"/>
                  </a:lnTo>
                  <a:lnTo>
                    <a:pt x="1450280" y="0"/>
                  </a:lnTo>
                  <a:close/>
                </a:path>
              </a:pathLst>
            </a:custGeom>
            <a:solidFill>
              <a:srgbClr val="DCE9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13429311" y="5614489"/>
              <a:ext cx="1412240" cy="610870"/>
            </a:xfrm>
            <a:custGeom>
              <a:avLst/>
              <a:gdLst/>
              <a:ahLst/>
              <a:cxnLst/>
              <a:rect l="l" t="t" r="r" b="b"/>
              <a:pathLst>
                <a:path w="1412240" h="610870">
                  <a:moveTo>
                    <a:pt x="1412114" y="0"/>
                  </a:moveTo>
                  <a:lnTo>
                    <a:pt x="223165" y="393307"/>
                  </a:lnTo>
                  <a:lnTo>
                    <a:pt x="0" y="610745"/>
                  </a:lnTo>
                  <a:lnTo>
                    <a:pt x="1412114" y="0"/>
                  </a:lnTo>
                  <a:close/>
                </a:path>
              </a:pathLst>
            </a:custGeom>
            <a:solidFill>
              <a:srgbClr val="BACED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13325984" y="5461772"/>
              <a:ext cx="1515745" cy="1015365"/>
            </a:xfrm>
            <a:custGeom>
              <a:avLst/>
              <a:gdLst/>
              <a:ahLst/>
              <a:cxnLst/>
              <a:rect l="l" t="t" r="r" b="b"/>
              <a:pathLst>
                <a:path w="1515744" h="1015364">
                  <a:moveTo>
                    <a:pt x="0" y="0"/>
                  </a:moveTo>
                  <a:lnTo>
                    <a:pt x="608505" y="1014880"/>
                  </a:lnTo>
                  <a:lnTo>
                    <a:pt x="1515440" y="152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13429308" y="5614491"/>
              <a:ext cx="1412240" cy="610870"/>
            </a:xfrm>
            <a:custGeom>
              <a:avLst/>
              <a:gdLst/>
              <a:ahLst/>
              <a:cxnLst/>
              <a:rect l="l" t="t" r="r" b="b"/>
              <a:pathLst>
                <a:path w="1412240" h="610870">
                  <a:moveTo>
                    <a:pt x="1412114" y="0"/>
                  </a:moveTo>
                  <a:lnTo>
                    <a:pt x="95305" y="178560"/>
                  </a:lnTo>
                  <a:lnTo>
                    <a:pt x="0" y="610745"/>
                  </a:lnTo>
                  <a:lnTo>
                    <a:pt x="223165" y="393307"/>
                  </a:lnTo>
                  <a:lnTo>
                    <a:pt x="1412114" y="0"/>
                  </a:lnTo>
                  <a:close/>
                </a:path>
              </a:pathLst>
            </a:custGeom>
            <a:solidFill>
              <a:srgbClr val="DCE9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11392161" y="5605385"/>
              <a:ext cx="1496695" cy="358140"/>
            </a:xfrm>
            <a:custGeom>
              <a:avLst/>
              <a:gdLst/>
              <a:ahLst/>
              <a:cxnLst/>
              <a:rect l="l" t="t" r="r" b="b"/>
              <a:pathLst>
                <a:path w="1496695" h="358139">
                  <a:moveTo>
                    <a:pt x="1496404" y="0"/>
                  </a:moveTo>
                  <a:lnTo>
                    <a:pt x="257384" y="181921"/>
                  </a:lnTo>
                  <a:lnTo>
                    <a:pt x="0" y="357517"/>
                  </a:lnTo>
                  <a:lnTo>
                    <a:pt x="1496404" y="0"/>
                  </a:lnTo>
                  <a:close/>
                </a:path>
              </a:pathLst>
            </a:custGeom>
            <a:solidFill>
              <a:srgbClr val="BACED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11422324" y="5193072"/>
              <a:ext cx="1466850" cy="1104900"/>
            </a:xfrm>
            <a:custGeom>
              <a:avLst/>
              <a:gdLst/>
              <a:ahLst/>
              <a:cxnLst/>
              <a:rect l="l" t="t" r="r" b="b"/>
              <a:pathLst>
                <a:path w="1466850" h="1104900">
                  <a:moveTo>
                    <a:pt x="0" y="0"/>
                  </a:moveTo>
                  <a:lnTo>
                    <a:pt x="423966" y="1104772"/>
                  </a:lnTo>
                  <a:lnTo>
                    <a:pt x="1466248" y="412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11392165" y="5553698"/>
              <a:ext cx="1496695" cy="409575"/>
            </a:xfrm>
            <a:custGeom>
              <a:avLst/>
              <a:gdLst/>
              <a:ahLst/>
              <a:cxnLst/>
              <a:rect l="l" t="t" r="r" b="b"/>
              <a:pathLst>
                <a:path w="1496695" h="409575">
                  <a:moveTo>
                    <a:pt x="168549" y="0"/>
                  </a:moveTo>
                  <a:lnTo>
                    <a:pt x="0" y="409202"/>
                  </a:lnTo>
                  <a:lnTo>
                    <a:pt x="257374" y="233605"/>
                  </a:lnTo>
                  <a:lnTo>
                    <a:pt x="1496404" y="51684"/>
                  </a:lnTo>
                  <a:lnTo>
                    <a:pt x="168549" y="0"/>
                  </a:lnTo>
                  <a:close/>
                </a:path>
              </a:pathLst>
            </a:custGeom>
            <a:solidFill>
              <a:srgbClr val="DCE9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11397153" y="8819873"/>
              <a:ext cx="1303020" cy="819150"/>
            </a:xfrm>
            <a:custGeom>
              <a:avLst/>
              <a:gdLst/>
              <a:ahLst/>
              <a:cxnLst/>
              <a:rect l="l" t="t" r="r" b="b"/>
              <a:pathLst>
                <a:path w="1303020" h="819150">
                  <a:moveTo>
                    <a:pt x="1302609" y="0"/>
                  </a:moveTo>
                  <a:lnTo>
                    <a:pt x="187439" y="569815"/>
                  </a:lnTo>
                  <a:lnTo>
                    <a:pt x="0" y="818708"/>
                  </a:lnTo>
                  <a:lnTo>
                    <a:pt x="1302609" y="0"/>
                  </a:lnTo>
                  <a:close/>
                </a:path>
              </a:pathLst>
            </a:custGeom>
            <a:solidFill>
              <a:srgbClr val="BACED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11178740" y="8819872"/>
              <a:ext cx="1521460" cy="990600"/>
            </a:xfrm>
            <a:custGeom>
              <a:avLst/>
              <a:gdLst/>
              <a:ahLst/>
              <a:cxnLst/>
              <a:rect l="l" t="t" r="r" b="b"/>
              <a:pathLst>
                <a:path w="1521459" h="990600">
                  <a:moveTo>
                    <a:pt x="1521021" y="0"/>
                  </a:moveTo>
                  <a:lnTo>
                    <a:pt x="0" y="79892"/>
                  </a:lnTo>
                  <a:lnTo>
                    <a:pt x="755997" y="990242"/>
                  </a:lnTo>
                  <a:lnTo>
                    <a:pt x="15210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11397148" y="8819875"/>
              <a:ext cx="1303020" cy="819150"/>
            </a:xfrm>
            <a:custGeom>
              <a:avLst/>
              <a:gdLst/>
              <a:ahLst/>
              <a:cxnLst/>
              <a:rect l="l" t="t" r="r" b="b"/>
              <a:pathLst>
                <a:path w="1303020" h="819150">
                  <a:moveTo>
                    <a:pt x="1302609" y="0"/>
                  </a:moveTo>
                  <a:lnTo>
                    <a:pt x="28365" y="377056"/>
                  </a:lnTo>
                  <a:lnTo>
                    <a:pt x="0" y="818708"/>
                  </a:lnTo>
                  <a:lnTo>
                    <a:pt x="187439" y="569815"/>
                  </a:lnTo>
                  <a:lnTo>
                    <a:pt x="1302609" y="0"/>
                  </a:lnTo>
                  <a:close/>
                </a:path>
              </a:pathLst>
            </a:custGeom>
            <a:solidFill>
              <a:srgbClr val="DCE9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12496503" y="9789221"/>
              <a:ext cx="1151255" cy="1021715"/>
            </a:xfrm>
            <a:custGeom>
              <a:avLst/>
              <a:gdLst/>
              <a:ahLst/>
              <a:cxnLst/>
              <a:rect l="l" t="t" r="r" b="b"/>
              <a:pathLst>
                <a:path w="1151255" h="1021715">
                  <a:moveTo>
                    <a:pt x="1150760" y="0"/>
                  </a:moveTo>
                  <a:lnTo>
                    <a:pt x="144100" y="744930"/>
                  </a:lnTo>
                  <a:lnTo>
                    <a:pt x="0" y="1021183"/>
                  </a:lnTo>
                  <a:lnTo>
                    <a:pt x="1150760" y="0"/>
                  </a:lnTo>
                  <a:close/>
                </a:path>
              </a:pathLst>
            </a:custGeom>
            <a:solidFill>
              <a:srgbClr val="BACED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12159922" y="9789216"/>
              <a:ext cx="1487805" cy="1102360"/>
            </a:xfrm>
            <a:custGeom>
              <a:avLst/>
              <a:gdLst/>
              <a:ahLst/>
              <a:cxnLst/>
              <a:rect l="l" t="t" r="r" b="b"/>
              <a:pathLst>
                <a:path w="1487805" h="1102359">
                  <a:moveTo>
                    <a:pt x="1487336" y="0"/>
                  </a:moveTo>
                  <a:lnTo>
                    <a:pt x="0" y="328178"/>
                  </a:lnTo>
                  <a:lnTo>
                    <a:pt x="895009" y="1102270"/>
                  </a:lnTo>
                  <a:lnTo>
                    <a:pt x="14873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12452070" y="9789220"/>
              <a:ext cx="1195705" cy="1021715"/>
            </a:xfrm>
            <a:custGeom>
              <a:avLst/>
              <a:gdLst/>
              <a:ahLst/>
              <a:cxnLst/>
              <a:rect l="l" t="t" r="r" b="b"/>
              <a:pathLst>
                <a:path w="1195705" h="1021715">
                  <a:moveTo>
                    <a:pt x="1195188" y="0"/>
                  </a:moveTo>
                  <a:lnTo>
                    <a:pt x="0" y="580861"/>
                  </a:lnTo>
                  <a:lnTo>
                    <a:pt x="44427" y="1021183"/>
                  </a:lnTo>
                  <a:lnTo>
                    <a:pt x="188528" y="744930"/>
                  </a:lnTo>
                  <a:lnTo>
                    <a:pt x="1195188" y="0"/>
                  </a:lnTo>
                  <a:close/>
                </a:path>
              </a:pathLst>
            </a:custGeom>
            <a:solidFill>
              <a:srgbClr val="DCE9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10435546" y="7806314"/>
              <a:ext cx="1445895" cy="526415"/>
            </a:xfrm>
            <a:custGeom>
              <a:avLst/>
              <a:gdLst/>
              <a:ahLst/>
              <a:cxnLst/>
              <a:rect l="l" t="t" r="r" b="b"/>
              <a:pathLst>
                <a:path w="1445895" h="526415">
                  <a:moveTo>
                    <a:pt x="1445861" y="0"/>
                  </a:moveTo>
                  <a:lnTo>
                    <a:pt x="235668" y="322053"/>
                  </a:lnTo>
                  <a:lnTo>
                    <a:pt x="0" y="525868"/>
                  </a:lnTo>
                  <a:lnTo>
                    <a:pt x="1445861" y="0"/>
                  </a:lnTo>
                  <a:close/>
                </a:path>
              </a:pathLst>
            </a:custGeom>
            <a:solidFill>
              <a:srgbClr val="BACED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10377706" y="7563934"/>
              <a:ext cx="1504315" cy="1049655"/>
            </a:xfrm>
            <a:custGeom>
              <a:avLst/>
              <a:gdLst/>
              <a:ahLst/>
              <a:cxnLst/>
              <a:rect l="l" t="t" r="r" b="b"/>
              <a:pathLst>
                <a:path w="1504315" h="1049654">
                  <a:moveTo>
                    <a:pt x="0" y="0"/>
                  </a:moveTo>
                  <a:lnTo>
                    <a:pt x="547208" y="1049203"/>
                  </a:lnTo>
                  <a:lnTo>
                    <a:pt x="1503702" y="242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10435550" y="7806314"/>
              <a:ext cx="1445895" cy="526415"/>
            </a:xfrm>
            <a:custGeom>
              <a:avLst/>
              <a:gdLst/>
              <a:ahLst/>
              <a:cxnLst/>
              <a:rect l="l" t="t" r="r" b="b"/>
              <a:pathLst>
                <a:path w="1445895" h="526415">
                  <a:moveTo>
                    <a:pt x="1445861" y="0"/>
                  </a:moveTo>
                  <a:lnTo>
                    <a:pt x="120781" y="100101"/>
                  </a:lnTo>
                  <a:lnTo>
                    <a:pt x="0" y="525868"/>
                  </a:lnTo>
                  <a:lnTo>
                    <a:pt x="235668" y="322053"/>
                  </a:lnTo>
                  <a:lnTo>
                    <a:pt x="1445861" y="0"/>
                  </a:lnTo>
                  <a:close/>
                </a:path>
              </a:pathLst>
            </a:custGeom>
            <a:solidFill>
              <a:srgbClr val="DCE9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9909970" y="6637105"/>
              <a:ext cx="1520190" cy="239395"/>
            </a:xfrm>
            <a:custGeom>
              <a:avLst/>
              <a:gdLst/>
              <a:ahLst/>
              <a:cxnLst/>
              <a:rect l="l" t="t" r="r" b="b"/>
              <a:pathLst>
                <a:path w="1520190" h="239395">
                  <a:moveTo>
                    <a:pt x="1519786" y="0"/>
                  </a:moveTo>
                  <a:lnTo>
                    <a:pt x="270326" y="84458"/>
                  </a:lnTo>
                  <a:lnTo>
                    <a:pt x="0" y="239395"/>
                  </a:lnTo>
                  <a:lnTo>
                    <a:pt x="1519786" y="0"/>
                  </a:lnTo>
                  <a:close/>
                </a:path>
              </a:pathLst>
            </a:custGeom>
            <a:solidFill>
              <a:srgbClr val="BACED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10000249" y="6111387"/>
              <a:ext cx="1430020" cy="1134745"/>
            </a:xfrm>
            <a:custGeom>
              <a:avLst/>
              <a:gdLst/>
              <a:ahLst/>
              <a:cxnLst/>
              <a:rect l="l" t="t" r="r" b="b"/>
              <a:pathLst>
                <a:path w="1430020" h="1134745">
                  <a:moveTo>
                    <a:pt x="0" y="0"/>
                  </a:moveTo>
                  <a:lnTo>
                    <a:pt x="336272" y="1134541"/>
                  </a:lnTo>
                  <a:lnTo>
                    <a:pt x="1429506" y="525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9909971" y="6481728"/>
              <a:ext cx="1520190" cy="394970"/>
            </a:xfrm>
            <a:custGeom>
              <a:avLst/>
              <a:gdLst/>
              <a:ahLst/>
              <a:cxnLst/>
              <a:rect l="l" t="t" r="r" b="b"/>
              <a:pathLst>
                <a:path w="1520190" h="394970">
                  <a:moveTo>
                    <a:pt x="200046" y="0"/>
                  </a:moveTo>
                  <a:lnTo>
                    <a:pt x="0" y="394773"/>
                  </a:lnTo>
                  <a:lnTo>
                    <a:pt x="270326" y="239835"/>
                  </a:lnTo>
                  <a:lnTo>
                    <a:pt x="1519786" y="155377"/>
                  </a:lnTo>
                  <a:lnTo>
                    <a:pt x="200046" y="0"/>
                  </a:lnTo>
                  <a:close/>
                </a:path>
              </a:pathLst>
            </a:custGeom>
            <a:solidFill>
              <a:srgbClr val="DCE9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9582612" y="5228560"/>
              <a:ext cx="1471930" cy="111760"/>
            </a:xfrm>
            <a:custGeom>
              <a:avLst/>
              <a:gdLst/>
              <a:ahLst/>
              <a:cxnLst/>
              <a:rect l="l" t="t" r="r" b="b"/>
              <a:pathLst>
                <a:path w="1471929" h="111760">
                  <a:moveTo>
                    <a:pt x="272263" y="0"/>
                  </a:moveTo>
                  <a:lnTo>
                    <a:pt x="0" y="111389"/>
                  </a:lnTo>
                  <a:lnTo>
                    <a:pt x="1471494" y="100792"/>
                  </a:lnTo>
                  <a:lnTo>
                    <a:pt x="272263" y="0"/>
                  </a:lnTo>
                  <a:close/>
                </a:path>
              </a:pathLst>
            </a:custGeom>
            <a:solidFill>
              <a:srgbClr val="BACED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9740358" y="4607456"/>
              <a:ext cx="1313815" cy="1155065"/>
            </a:xfrm>
            <a:custGeom>
              <a:avLst/>
              <a:gdLst/>
              <a:ahLst/>
              <a:cxnLst/>
              <a:rect l="l" t="t" r="r" b="b"/>
              <a:pathLst>
                <a:path w="1313815" h="1155064">
                  <a:moveTo>
                    <a:pt x="0" y="0"/>
                  </a:moveTo>
                  <a:lnTo>
                    <a:pt x="214349" y="1155064"/>
                  </a:lnTo>
                  <a:lnTo>
                    <a:pt x="1313750" y="72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9582610" y="4984502"/>
              <a:ext cx="1471930" cy="355600"/>
            </a:xfrm>
            <a:custGeom>
              <a:avLst/>
              <a:gdLst/>
              <a:ahLst/>
              <a:cxnLst/>
              <a:rect l="l" t="t" r="r" b="b"/>
              <a:pathLst>
                <a:path w="1471929" h="355600">
                  <a:moveTo>
                    <a:pt x="227720" y="0"/>
                  </a:moveTo>
                  <a:lnTo>
                    <a:pt x="0" y="355444"/>
                  </a:lnTo>
                  <a:lnTo>
                    <a:pt x="272263" y="244055"/>
                  </a:lnTo>
                  <a:lnTo>
                    <a:pt x="1471494" y="344848"/>
                  </a:lnTo>
                  <a:lnTo>
                    <a:pt x="227720" y="0"/>
                  </a:lnTo>
                  <a:close/>
                </a:path>
              </a:pathLst>
            </a:custGeom>
            <a:solidFill>
              <a:srgbClr val="DCE9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9403682" y="9565035"/>
              <a:ext cx="1346835" cy="744220"/>
            </a:xfrm>
            <a:custGeom>
              <a:avLst/>
              <a:gdLst/>
              <a:ahLst/>
              <a:cxnLst/>
              <a:rect l="l" t="t" r="r" b="b"/>
              <a:pathLst>
                <a:path w="1346834" h="744220">
                  <a:moveTo>
                    <a:pt x="1346555" y="0"/>
                  </a:moveTo>
                  <a:lnTo>
                    <a:pt x="201124" y="506246"/>
                  </a:lnTo>
                  <a:lnTo>
                    <a:pt x="0" y="744207"/>
                  </a:lnTo>
                  <a:lnTo>
                    <a:pt x="1346555" y="0"/>
                  </a:lnTo>
                  <a:close/>
                </a:path>
              </a:pathLst>
            </a:custGeom>
            <a:solidFill>
              <a:srgbClr val="BACED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9227137" y="9559320"/>
              <a:ext cx="1523365" cy="951865"/>
            </a:xfrm>
            <a:custGeom>
              <a:avLst/>
              <a:gdLst/>
              <a:ahLst/>
              <a:cxnLst/>
              <a:rect l="l" t="t" r="r" b="b"/>
              <a:pathLst>
                <a:path w="1523365" h="951865">
                  <a:moveTo>
                    <a:pt x="0" y="0"/>
                  </a:moveTo>
                  <a:lnTo>
                    <a:pt x="703633" y="951395"/>
                  </a:lnTo>
                  <a:lnTo>
                    <a:pt x="1523105" y="5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9403684" y="9565033"/>
              <a:ext cx="1346835" cy="744220"/>
            </a:xfrm>
            <a:custGeom>
              <a:avLst/>
              <a:gdLst/>
              <a:ahLst/>
              <a:cxnLst/>
              <a:rect l="l" t="t" r="r" b="b"/>
              <a:pathLst>
                <a:path w="1346834" h="744220">
                  <a:moveTo>
                    <a:pt x="1346555" y="0"/>
                  </a:moveTo>
                  <a:lnTo>
                    <a:pt x="53139" y="304849"/>
                  </a:lnTo>
                  <a:lnTo>
                    <a:pt x="0" y="744207"/>
                  </a:lnTo>
                  <a:lnTo>
                    <a:pt x="201124" y="506246"/>
                  </a:lnTo>
                  <a:lnTo>
                    <a:pt x="1346555" y="0"/>
                  </a:lnTo>
                  <a:close/>
                </a:path>
              </a:pathLst>
            </a:custGeom>
            <a:solidFill>
              <a:srgbClr val="DCE9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8517015" y="8507090"/>
              <a:ext cx="1473200" cy="443865"/>
            </a:xfrm>
            <a:custGeom>
              <a:avLst/>
              <a:gdLst/>
              <a:ahLst/>
              <a:cxnLst/>
              <a:rect l="l" t="t" r="r" b="b"/>
              <a:pathLst>
                <a:path w="1473200" h="443865">
                  <a:moveTo>
                    <a:pt x="1473127" y="0"/>
                  </a:moveTo>
                  <a:lnTo>
                    <a:pt x="246756" y="253531"/>
                  </a:lnTo>
                  <a:lnTo>
                    <a:pt x="0" y="443777"/>
                  </a:lnTo>
                  <a:lnTo>
                    <a:pt x="1473127" y="0"/>
                  </a:lnTo>
                  <a:close/>
                </a:path>
              </a:pathLst>
            </a:custGeom>
            <a:solidFill>
              <a:srgbClr val="BACED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8502439" y="8180584"/>
              <a:ext cx="1487805" cy="1078865"/>
            </a:xfrm>
            <a:custGeom>
              <a:avLst/>
              <a:gdLst/>
              <a:ahLst/>
              <a:cxnLst/>
              <a:rect l="l" t="t" r="r" b="b"/>
              <a:pathLst>
                <a:path w="1487804" h="1078865">
                  <a:moveTo>
                    <a:pt x="0" y="0"/>
                  </a:moveTo>
                  <a:lnTo>
                    <a:pt x="487377" y="1078291"/>
                  </a:lnTo>
                  <a:lnTo>
                    <a:pt x="1487703" y="3265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8517018" y="8507086"/>
              <a:ext cx="1473200" cy="443865"/>
            </a:xfrm>
            <a:custGeom>
              <a:avLst/>
              <a:gdLst/>
              <a:ahLst/>
              <a:cxnLst/>
              <a:rect l="l" t="t" r="r" b="b"/>
              <a:pathLst>
                <a:path w="1473200" h="443865">
                  <a:moveTo>
                    <a:pt x="1473127" y="0"/>
                  </a:moveTo>
                  <a:lnTo>
                    <a:pt x="144519" y="25475"/>
                  </a:lnTo>
                  <a:lnTo>
                    <a:pt x="0" y="443777"/>
                  </a:lnTo>
                  <a:lnTo>
                    <a:pt x="246746" y="253531"/>
                  </a:lnTo>
                  <a:lnTo>
                    <a:pt x="1473127" y="0"/>
                  </a:lnTo>
                  <a:close/>
                </a:path>
              </a:pathLst>
            </a:custGeom>
            <a:solidFill>
              <a:srgbClr val="DCE9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8074074" y="7314345"/>
              <a:ext cx="1530985" cy="153670"/>
            </a:xfrm>
            <a:custGeom>
              <a:avLst/>
              <a:gdLst/>
              <a:ahLst/>
              <a:cxnLst/>
              <a:rect l="l" t="t" r="r" b="b"/>
              <a:pathLst>
                <a:path w="1530984" h="153670">
                  <a:moveTo>
                    <a:pt x="1530832" y="0"/>
                  </a:moveTo>
                  <a:lnTo>
                    <a:pt x="278609" y="14104"/>
                  </a:lnTo>
                  <a:lnTo>
                    <a:pt x="0" y="153607"/>
                  </a:lnTo>
                  <a:lnTo>
                    <a:pt x="1530832" y="0"/>
                  </a:lnTo>
                  <a:close/>
                </a:path>
              </a:pathLst>
            </a:custGeom>
            <a:solidFill>
              <a:srgbClr val="BACED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8207205" y="6709120"/>
              <a:ext cx="1398270" cy="1151890"/>
            </a:xfrm>
            <a:custGeom>
              <a:avLst/>
              <a:gdLst/>
              <a:ahLst/>
              <a:cxnLst/>
              <a:rect l="l" t="t" r="r" b="b"/>
              <a:pathLst>
                <a:path w="1398270" h="1151890">
                  <a:moveTo>
                    <a:pt x="0" y="0"/>
                  </a:moveTo>
                  <a:lnTo>
                    <a:pt x="271981" y="1151650"/>
                  </a:lnTo>
                  <a:lnTo>
                    <a:pt x="1397706" y="6052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8074078" y="7085051"/>
              <a:ext cx="1530985" cy="382905"/>
            </a:xfrm>
            <a:custGeom>
              <a:avLst/>
              <a:gdLst/>
              <a:ahLst/>
              <a:cxnLst/>
              <a:rect l="l" t="t" r="r" b="b"/>
              <a:pathLst>
                <a:path w="1530984" h="382904">
                  <a:moveTo>
                    <a:pt x="221909" y="0"/>
                  </a:moveTo>
                  <a:lnTo>
                    <a:pt x="0" y="382899"/>
                  </a:lnTo>
                  <a:lnTo>
                    <a:pt x="278598" y="243406"/>
                  </a:lnTo>
                  <a:lnTo>
                    <a:pt x="1530832" y="229291"/>
                  </a:lnTo>
                  <a:lnTo>
                    <a:pt x="221909" y="0"/>
                  </a:lnTo>
                  <a:close/>
                </a:path>
              </a:pathLst>
            </a:custGeom>
            <a:solidFill>
              <a:srgbClr val="DCE9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7833584" y="5819518"/>
              <a:ext cx="1470025" cy="168275"/>
            </a:xfrm>
            <a:custGeom>
              <a:avLst/>
              <a:gdLst/>
              <a:ahLst/>
              <a:cxnLst/>
              <a:rect l="l" t="t" r="r" b="b"/>
              <a:pathLst>
                <a:path w="1470025" h="168275">
                  <a:moveTo>
                    <a:pt x="278096" y="0"/>
                  </a:moveTo>
                  <a:lnTo>
                    <a:pt x="0" y="95913"/>
                  </a:lnTo>
                  <a:lnTo>
                    <a:pt x="1469766" y="168026"/>
                  </a:lnTo>
                  <a:lnTo>
                    <a:pt x="278096" y="0"/>
                  </a:lnTo>
                  <a:close/>
                </a:path>
              </a:pathLst>
            </a:custGeom>
            <a:solidFill>
              <a:srgbClr val="BACED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8032245" y="5192960"/>
              <a:ext cx="1271270" cy="1165860"/>
            </a:xfrm>
            <a:custGeom>
              <a:avLst/>
              <a:gdLst/>
              <a:ahLst/>
              <a:cxnLst/>
              <a:rect l="l" t="t" r="r" b="b"/>
              <a:pathLst>
                <a:path w="1271270" h="1165860">
                  <a:moveTo>
                    <a:pt x="0" y="0"/>
                  </a:moveTo>
                  <a:lnTo>
                    <a:pt x="149094" y="1165294"/>
                  </a:lnTo>
                  <a:lnTo>
                    <a:pt x="1271102" y="794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7833579" y="5573335"/>
              <a:ext cx="1470025" cy="414655"/>
            </a:xfrm>
            <a:custGeom>
              <a:avLst/>
              <a:gdLst/>
              <a:ahLst/>
              <a:cxnLst/>
              <a:rect l="l" t="t" r="r" b="b"/>
              <a:pathLst>
                <a:path w="1470025" h="414654">
                  <a:moveTo>
                    <a:pt x="247332" y="0"/>
                  </a:moveTo>
                  <a:lnTo>
                    <a:pt x="0" y="342094"/>
                  </a:lnTo>
                  <a:lnTo>
                    <a:pt x="278096" y="246180"/>
                  </a:lnTo>
                  <a:lnTo>
                    <a:pt x="1469766" y="414207"/>
                  </a:lnTo>
                  <a:lnTo>
                    <a:pt x="247332" y="0"/>
                  </a:lnTo>
                  <a:close/>
                </a:path>
              </a:pathLst>
            </a:custGeom>
            <a:solidFill>
              <a:srgbClr val="DCE9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" y="0"/>
            <a:ext cx="12191144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104C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8" y="0"/>
            <a:ext cx="12191144" cy="6857615"/>
            <a:chOff x="0" y="0"/>
            <a:chExt cx="20104100" cy="11308715"/>
          </a:xfrm>
          <a:solidFill>
            <a:srgbClr val="9BA8B7"/>
          </a:solidFill>
        </p:grpSpPr>
        <p:sp>
          <p:nvSpPr>
            <p:cNvPr id="4" name="object 4"/>
            <p:cNvSpPr/>
            <p:nvPr/>
          </p:nvSpPr>
          <p:spPr>
            <a:xfrm>
              <a:off x="4694" y="0"/>
              <a:ext cx="20099655" cy="11308715"/>
            </a:xfrm>
            <a:custGeom>
              <a:avLst/>
              <a:gdLst/>
              <a:ahLst/>
              <a:cxnLst/>
              <a:rect l="l" t="t" r="r" b="b"/>
              <a:pathLst>
                <a:path w="20099655" h="11308715">
                  <a:moveTo>
                    <a:pt x="20099404" y="0"/>
                  </a:moveTo>
                  <a:lnTo>
                    <a:pt x="0" y="0"/>
                  </a:lnTo>
                  <a:lnTo>
                    <a:pt x="20094707" y="11308556"/>
                  </a:lnTo>
                  <a:lnTo>
                    <a:pt x="20099404" y="11308556"/>
                  </a:lnTo>
                  <a:lnTo>
                    <a:pt x="2009940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13581939" y="0"/>
                  </a:moveTo>
                  <a:lnTo>
                    <a:pt x="0" y="0"/>
                  </a:lnTo>
                  <a:lnTo>
                    <a:pt x="0" y="11308550"/>
                  </a:lnTo>
                  <a:lnTo>
                    <a:pt x="2274481" y="11308550"/>
                  </a:lnTo>
                  <a:lnTo>
                    <a:pt x="13581939" y="0"/>
                  </a:lnTo>
                  <a:close/>
                </a:path>
                <a:path w="20104100" h="11308715">
                  <a:moveTo>
                    <a:pt x="20104088" y="1484109"/>
                  </a:moveTo>
                  <a:lnTo>
                    <a:pt x="10280701" y="11308550"/>
                  </a:lnTo>
                  <a:lnTo>
                    <a:pt x="20104088" y="11308550"/>
                  </a:lnTo>
                  <a:lnTo>
                    <a:pt x="20104088" y="148410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958086" y="897679"/>
              <a:ext cx="18188305" cy="1064260"/>
            </a:xfrm>
            <a:custGeom>
              <a:avLst/>
              <a:gdLst/>
              <a:ahLst/>
              <a:cxnLst/>
              <a:rect l="l" t="t" r="r" b="b"/>
              <a:pathLst>
                <a:path w="18188305" h="1064260">
                  <a:moveTo>
                    <a:pt x="18187927" y="0"/>
                  </a:moveTo>
                  <a:lnTo>
                    <a:pt x="0" y="0"/>
                  </a:lnTo>
                  <a:lnTo>
                    <a:pt x="0" y="1064187"/>
                  </a:lnTo>
                  <a:lnTo>
                    <a:pt x="18187927" y="1064187"/>
                  </a:lnTo>
                  <a:lnTo>
                    <a:pt x="1818792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8614" y="1350068"/>
            <a:ext cx="5951235" cy="2178238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defTabSz="554492">
              <a:lnSpc>
                <a:spcPct val="142600"/>
              </a:lnSpc>
              <a:spcBef>
                <a:spcPts val="58"/>
              </a:spcBef>
            </a:pPr>
            <a:r>
              <a:rPr sz="20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Poppins" panose="00000500000000000000" pitchFamily="2" charset="0"/>
              </a:rPr>
              <a:t>Tools: One-pagers, executive summaries, infographics Techniques: SCQA (Situation, Complication, Question, Answer), elevator pitch model</a:t>
            </a:r>
          </a:p>
          <a:p>
            <a:pPr marL="7701" defTabSz="554492">
              <a:spcBef>
                <a:spcPts val="822"/>
              </a:spcBef>
            </a:pPr>
            <a:r>
              <a:rPr sz="20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  <a:cs typeface="Poppins" panose="00000500000000000000" pitchFamily="2" charset="0"/>
              </a:rPr>
              <a:t>Digital tools for visual storytelling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8614" y="410440"/>
            <a:ext cx="5547265" cy="746051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algn="just">
              <a:spcBef>
                <a:spcPts val="58"/>
              </a:spcBef>
            </a:pPr>
            <a:r>
              <a:rPr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Tools and Techniques for Impactful Communication 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830344" y="1178438"/>
            <a:ext cx="4780577" cy="5119048"/>
            <a:chOff x="11263038" y="1943331"/>
            <a:chExt cx="7883525" cy="8441690"/>
          </a:xfrm>
        </p:grpSpPr>
        <p:sp>
          <p:nvSpPr>
            <p:cNvPr id="10" name="object 10"/>
            <p:cNvSpPr/>
            <p:nvPr/>
          </p:nvSpPr>
          <p:spPr>
            <a:xfrm>
              <a:off x="13827049" y="4186002"/>
              <a:ext cx="3982085" cy="1592580"/>
            </a:xfrm>
            <a:custGeom>
              <a:avLst/>
              <a:gdLst/>
              <a:ahLst/>
              <a:cxnLst/>
              <a:rect l="l" t="t" r="r" b="b"/>
              <a:pathLst>
                <a:path w="3982084" h="1592579">
                  <a:moveTo>
                    <a:pt x="35255" y="1464818"/>
                  </a:moveTo>
                  <a:lnTo>
                    <a:pt x="32194" y="1444117"/>
                  </a:lnTo>
                  <a:lnTo>
                    <a:pt x="28079" y="1429359"/>
                  </a:lnTo>
                  <a:lnTo>
                    <a:pt x="23101" y="1420533"/>
                  </a:lnTo>
                  <a:lnTo>
                    <a:pt x="17449" y="1417599"/>
                  </a:lnTo>
                  <a:lnTo>
                    <a:pt x="11988" y="1420533"/>
                  </a:lnTo>
                  <a:lnTo>
                    <a:pt x="7073" y="1429359"/>
                  </a:lnTo>
                  <a:lnTo>
                    <a:pt x="2984" y="1444117"/>
                  </a:lnTo>
                  <a:lnTo>
                    <a:pt x="0" y="1464818"/>
                  </a:lnTo>
                  <a:lnTo>
                    <a:pt x="0" y="1545132"/>
                  </a:lnTo>
                  <a:lnTo>
                    <a:pt x="2997" y="1565821"/>
                  </a:lnTo>
                  <a:lnTo>
                    <a:pt x="7099" y="1580553"/>
                  </a:lnTo>
                  <a:lnTo>
                    <a:pt x="12065" y="1589379"/>
                  </a:lnTo>
                  <a:lnTo>
                    <a:pt x="17640" y="1592313"/>
                  </a:lnTo>
                  <a:lnTo>
                    <a:pt x="23177" y="1589379"/>
                  </a:lnTo>
                  <a:lnTo>
                    <a:pt x="28092" y="1580553"/>
                  </a:lnTo>
                  <a:lnTo>
                    <a:pt x="32194" y="1565821"/>
                  </a:lnTo>
                  <a:lnTo>
                    <a:pt x="35255" y="1545132"/>
                  </a:lnTo>
                  <a:lnTo>
                    <a:pt x="35255" y="1464818"/>
                  </a:lnTo>
                  <a:close/>
                </a:path>
                <a:path w="3982084" h="1592579">
                  <a:moveTo>
                    <a:pt x="35255" y="1115390"/>
                  </a:moveTo>
                  <a:lnTo>
                    <a:pt x="32194" y="1094689"/>
                  </a:lnTo>
                  <a:lnTo>
                    <a:pt x="28079" y="1079931"/>
                  </a:lnTo>
                  <a:lnTo>
                    <a:pt x="23101" y="1071105"/>
                  </a:lnTo>
                  <a:lnTo>
                    <a:pt x="17449" y="1068171"/>
                  </a:lnTo>
                  <a:lnTo>
                    <a:pt x="11988" y="1071105"/>
                  </a:lnTo>
                  <a:lnTo>
                    <a:pt x="7073" y="1079931"/>
                  </a:lnTo>
                  <a:lnTo>
                    <a:pt x="2984" y="1094689"/>
                  </a:lnTo>
                  <a:lnTo>
                    <a:pt x="0" y="1115390"/>
                  </a:lnTo>
                  <a:lnTo>
                    <a:pt x="0" y="1195705"/>
                  </a:lnTo>
                  <a:lnTo>
                    <a:pt x="2997" y="1216393"/>
                  </a:lnTo>
                  <a:lnTo>
                    <a:pt x="7099" y="1231125"/>
                  </a:lnTo>
                  <a:lnTo>
                    <a:pt x="12065" y="1239951"/>
                  </a:lnTo>
                  <a:lnTo>
                    <a:pt x="17640" y="1242885"/>
                  </a:lnTo>
                  <a:lnTo>
                    <a:pt x="23177" y="1239951"/>
                  </a:lnTo>
                  <a:lnTo>
                    <a:pt x="28092" y="1231125"/>
                  </a:lnTo>
                  <a:lnTo>
                    <a:pt x="32194" y="1216393"/>
                  </a:lnTo>
                  <a:lnTo>
                    <a:pt x="35255" y="1195705"/>
                  </a:lnTo>
                  <a:lnTo>
                    <a:pt x="35255" y="1115390"/>
                  </a:lnTo>
                  <a:close/>
                </a:path>
                <a:path w="3982084" h="1592579">
                  <a:moveTo>
                    <a:pt x="35255" y="765962"/>
                  </a:moveTo>
                  <a:lnTo>
                    <a:pt x="32194" y="745248"/>
                  </a:lnTo>
                  <a:lnTo>
                    <a:pt x="28079" y="730504"/>
                  </a:lnTo>
                  <a:lnTo>
                    <a:pt x="23101" y="721677"/>
                  </a:lnTo>
                  <a:lnTo>
                    <a:pt x="17449" y="718731"/>
                  </a:lnTo>
                  <a:lnTo>
                    <a:pt x="11988" y="721677"/>
                  </a:lnTo>
                  <a:lnTo>
                    <a:pt x="7073" y="730504"/>
                  </a:lnTo>
                  <a:lnTo>
                    <a:pt x="2984" y="745248"/>
                  </a:lnTo>
                  <a:lnTo>
                    <a:pt x="0" y="765962"/>
                  </a:lnTo>
                  <a:lnTo>
                    <a:pt x="0" y="846277"/>
                  </a:lnTo>
                  <a:lnTo>
                    <a:pt x="2997" y="866952"/>
                  </a:lnTo>
                  <a:lnTo>
                    <a:pt x="7099" y="881697"/>
                  </a:lnTo>
                  <a:lnTo>
                    <a:pt x="12065" y="890524"/>
                  </a:lnTo>
                  <a:lnTo>
                    <a:pt x="17640" y="893457"/>
                  </a:lnTo>
                  <a:lnTo>
                    <a:pt x="23177" y="890524"/>
                  </a:lnTo>
                  <a:lnTo>
                    <a:pt x="28092" y="881697"/>
                  </a:lnTo>
                  <a:lnTo>
                    <a:pt x="32194" y="866952"/>
                  </a:lnTo>
                  <a:lnTo>
                    <a:pt x="35255" y="846277"/>
                  </a:lnTo>
                  <a:lnTo>
                    <a:pt x="35255" y="765962"/>
                  </a:lnTo>
                  <a:close/>
                </a:path>
                <a:path w="3982084" h="1592579">
                  <a:moveTo>
                    <a:pt x="35255" y="416534"/>
                  </a:moveTo>
                  <a:lnTo>
                    <a:pt x="32194" y="395820"/>
                  </a:lnTo>
                  <a:lnTo>
                    <a:pt x="28079" y="381076"/>
                  </a:lnTo>
                  <a:lnTo>
                    <a:pt x="23101" y="372237"/>
                  </a:lnTo>
                  <a:lnTo>
                    <a:pt x="17449" y="369303"/>
                  </a:lnTo>
                  <a:lnTo>
                    <a:pt x="11988" y="372237"/>
                  </a:lnTo>
                  <a:lnTo>
                    <a:pt x="7073" y="381076"/>
                  </a:lnTo>
                  <a:lnTo>
                    <a:pt x="2984" y="395820"/>
                  </a:lnTo>
                  <a:lnTo>
                    <a:pt x="0" y="416534"/>
                  </a:lnTo>
                  <a:lnTo>
                    <a:pt x="0" y="496836"/>
                  </a:lnTo>
                  <a:lnTo>
                    <a:pt x="2997" y="517525"/>
                  </a:lnTo>
                  <a:lnTo>
                    <a:pt x="7099" y="532269"/>
                  </a:lnTo>
                  <a:lnTo>
                    <a:pt x="12065" y="541083"/>
                  </a:lnTo>
                  <a:lnTo>
                    <a:pt x="17640" y="544017"/>
                  </a:lnTo>
                  <a:lnTo>
                    <a:pt x="23177" y="541083"/>
                  </a:lnTo>
                  <a:lnTo>
                    <a:pt x="28092" y="532269"/>
                  </a:lnTo>
                  <a:lnTo>
                    <a:pt x="32194" y="517525"/>
                  </a:lnTo>
                  <a:lnTo>
                    <a:pt x="35255" y="496836"/>
                  </a:lnTo>
                  <a:lnTo>
                    <a:pt x="35255" y="416534"/>
                  </a:lnTo>
                  <a:close/>
                </a:path>
                <a:path w="3982084" h="1592579">
                  <a:moveTo>
                    <a:pt x="35255" y="67094"/>
                  </a:moveTo>
                  <a:lnTo>
                    <a:pt x="32194" y="46393"/>
                  </a:lnTo>
                  <a:lnTo>
                    <a:pt x="28079" y="31635"/>
                  </a:lnTo>
                  <a:lnTo>
                    <a:pt x="23101" y="22809"/>
                  </a:lnTo>
                  <a:lnTo>
                    <a:pt x="17449" y="19875"/>
                  </a:lnTo>
                  <a:lnTo>
                    <a:pt x="11988" y="22809"/>
                  </a:lnTo>
                  <a:lnTo>
                    <a:pt x="7073" y="31635"/>
                  </a:lnTo>
                  <a:lnTo>
                    <a:pt x="2984" y="46393"/>
                  </a:lnTo>
                  <a:lnTo>
                    <a:pt x="0" y="67094"/>
                  </a:lnTo>
                  <a:lnTo>
                    <a:pt x="0" y="147408"/>
                  </a:lnTo>
                  <a:lnTo>
                    <a:pt x="2997" y="168097"/>
                  </a:lnTo>
                  <a:lnTo>
                    <a:pt x="7099" y="182841"/>
                  </a:lnTo>
                  <a:lnTo>
                    <a:pt x="12065" y="191655"/>
                  </a:lnTo>
                  <a:lnTo>
                    <a:pt x="17640" y="194589"/>
                  </a:lnTo>
                  <a:lnTo>
                    <a:pt x="23177" y="191655"/>
                  </a:lnTo>
                  <a:lnTo>
                    <a:pt x="28092" y="182841"/>
                  </a:lnTo>
                  <a:lnTo>
                    <a:pt x="32194" y="168097"/>
                  </a:lnTo>
                  <a:lnTo>
                    <a:pt x="35255" y="147408"/>
                  </a:lnTo>
                  <a:lnTo>
                    <a:pt x="35255" y="67094"/>
                  </a:lnTo>
                  <a:close/>
                </a:path>
                <a:path w="3982084" h="1592579">
                  <a:moveTo>
                    <a:pt x="364807" y="17437"/>
                  </a:moveTo>
                  <a:lnTo>
                    <a:pt x="361873" y="11976"/>
                  </a:lnTo>
                  <a:lnTo>
                    <a:pt x="353047" y="7073"/>
                  </a:lnTo>
                  <a:lnTo>
                    <a:pt x="338302" y="2984"/>
                  </a:lnTo>
                  <a:lnTo>
                    <a:pt x="317588" y="0"/>
                  </a:lnTo>
                  <a:lnTo>
                    <a:pt x="237286" y="0"/>
                  </a:lnTo>
                  <a:lnTo>
                    <a:pt x="216598" y="2984"/>
                  </a:lnTo>
                  <a:lnTo>
                    <a:pt x="201853" y="7086"/>
                  </a:lnTo>
                  <a:lnTo>
                    <a:pt x="193027" y="12065"/>
                  </a:lnTo>
                  <a:lnTo>
                    <a:pt x="190093" y="17627"/>
                  </a:lnTo>
                  <a:lnTo>
                    <a:pt x="193027" y="23177"/>
                  </a:lnTo>
                  <a:lnTo>
                    <a:pt x="201853" y="28092"/>
                  </a:lnTo>
                  <a:lnTo>
                    <a:pt x="216598" y="32194"/>
                  </a:lnTo>
                  <a:lnTo>
                    <a:pt x="237286" y="35255"/>
                  </a:lnTo>
                  <a:lnTo>
                    <a:pt x="317588" y="35255"/>
                  </a:lnTo>
                  <a:lnTo>
                    <a:pt x="338302" y="32181"/>
                  </a:lnTo>
                  <a:lnTo>
                    <a:pt x="353047" y="28067"/>
                  </a:lnTo>
                  <a:lnTo>
                    <a:pt x="361873" y="23088"/>
                  </a:lnTo>
                  <a:lnTo>
                    <a:pt x="364807" y="17437"/>
                  </a:lnTo>
                  <a:close/>
                </a:path>
                <a:path w="3982084" h="1592579">
                  <a:moveTo>
                    <a:pt x="714248" y="17437"/>
                  </a:moveTo>
                  <a:lnTo>
                    <a:pt x="711314" y="11976"/>
                  </a:lnTo>
                  <a:lnTo>
                    <a:pt x="702487" y="7073"/>
                  </a:lnTo>
                  <a:lnTo>
                    <a:pt x="687730" y="2984"/>
                  </a:lnTo>
                  <a:lnTo>
                    <a:pt x="667016" y="0"/>
                  </a:lnTo>
                  <a:lnTo>
                    <a:pt x="586714" y="0"/>
                  </a:lnTo>
                  <a:lnTo>
                    <a:pt x="566039" y="2984"/>
                  </a:lnTo>
                  <a:lnTo>
                    <a:pt x="551294" y="7086"/>
                  </a:lnTo>
                  <a:lnTo>
                    <a:pt x="542467" y="12065"/>
                  </a:lnTo>
                  <a:lnTo>
                    <a:pt x="539534" y="17627"/>
                  </a:lnTo>
                  <a:lnTo>
                    <a:pt x="542467" y="23177"/>
                  </a:lnTo>
                  <a:lnTo>
                    <a:pt x="551294" y="28092"/>
                  </a:lnTo>
                  <a:lnTo>
                    <a:pt x="566039" y="32194"/>
                  </a:lnTo>
                  <a:lnTo>
                    <a:pt x="586714" y="35255"/>
                  </a:lnTo>
                  <a:lnTo>
                    <a:pt x="667016" y="35255"/>
                  </a:lnTo>
                  <a:lnTo>
                    <a:pt x="687730" y="32181"/>
                  </a:lnTo>
                  <a:lnTo>
                    <a:pt x="702487" y="28067"/>
                  </a:lnTo>
                  <a:lnTo>
                    <a:pt x="711314" y="23088"/>
                  </a:lnTo>
                  <a:lnTo>
                    <a:pt x="714248" y="17437"/>
                  </a:lnTo>
                  <a:close/>
                </a:path>
                <a:path w="3982084" h="1592579">
                  <a:moveTo>
                    <a:pt x="1063675" y="17437"/>
                  </a:moveTo>
                  <a:lnTo>
                    <a:pt x="1060742" y="11976"/>
                  </a:lnTo>
                  <a:lnTo>
                    <a:pt x="1051915" y="7073"/>
                  </a:lnTo>
                  <a:lnTo>
                    <a:pt x="1037158" y="2984"/>
                  </a:lnTo>
                  <a:lnTo>
                    <a:pt x="1016457" y="0"/>
                  </a:lnTo>
                  <a:lnTo>
                    <a:pt x="936155" y="0"/>
                  </a:lnTo>
                  <a:lnTo>
                    <a:pt x="915466" y="2984"/>
                  </a:lnTo>
                  <a:lnTo>
                    <a:pt x="900722" y="7086"/>
                  </a:lnTo>
                  <a:lnTo>
                    <a:pt x="891895" y="12065"/>
                  </a:lnTo>
                  <a:lnTo>
                    <a:pt x="888961" y="17627"/>
                  </a:lnTo>
                  <a:lnTo>
                    <a:pt x="891895" y="23177"/>
                  </a:lnTo>
                  <a:lnTo>
                    <a:pt x="900722" y="28092"/>
                  </a:lnTo>
                  <a:lnTo>
                    <a:pt x="915466" y="32194"/>
                  </a:lnTo>
                  <a:lnTo>
                    <a:pt x="936155" y="35255"/>
                  </a:lnTo>
                  <a:lnTo>
                    <a:pt x="1016457" y="35255"/>
                  </a:lnTo>
                  <a:lnTo>
                    <a:pt x="1037158" y="32181"/>
                  </a:lnTo>
                  <a:lnTo>
                    <a:pt x="1051915" y="28067"/>
                  </a:lnTo>
                  <a:lnTo>
                    <a:pt x="1060742" y="23088"/>
                  </a:lnTo>
                  <a:lnTo>
                    <a:pt x="1063675" y="17437"/>
                  </a:lnTo>
                  <a:close/>
                </a:path>
                <a:path w="3982084" h="1592579">
                  <a:moveTo>
                    <a:pt x="1413103" y="17437"/>
                  </a:moveTo>
                  <a:lnTo>
                    <a:pt x="1410169" y="11976"/>
                  </a:lnTo>
                  <a:lnTo>
                    <a:pt x="1401343" y="7073"/>
                  </a:lnTo>
                  <a:lnTo>
                    <a:pt x="1386598" y="2984"/>
                  </a:lnTo>
                  <a:lnTo>
                    <a:pt x="1365885" y="0"/>
                  </a:lnTo>
                  <a:lnTo>
                    <a:pt x="1285582" y="0"/>
                  </a:lnTo>
                  <a:lnTo>
                    <a:pt x="1264894" y="2984"/>
                  </a:lnTo>
                  <a:lnTo>
                    <a:pt x="1250149" y="7086"/>
                  </a:lnTo>
                  <a:lnTo>
                    <a:pt x="1241323" y="12065"/>
                  </a:lnTo>
                  <a:lnTo>
                    <a:pt x="1238389" y="17627"/>
                  </a:lnTo>
                  <a:lnTo>
                    <a:pt x="1241323" y="23177"/>
                  </a:lnTo>
                  <a:lnTo>
                    <a:pt x="1250149" y="28092"/>
                  </a:lnTo>
                  <a:lnTo>
                    <a:pt x="1264894" y="32194"/>
                  </a:lnTo>
                  <a:lnTo>
                    <a:pt x="1285582" y="35255"/>
                  </a:lnTo>
                  <a:lnTo>
                    <a:pt x="1365885" y="35255"/>
                  </a:lnTo>
                  <a:lnTo>
                    <a:pt x="1386598" y="32181"/>
                  </a:lnTo>
                  <a:lnTo>
                    <a:pt x="1401343" y="28067"/>
                  </a:lnTo>
                  <a:lnTo>
                    <a:pt x="1410169" y="23088"/>
                  </a:lnTo>
                  <a:lnTo>
                    <a:pt x="1413103" y="17437"/>
                  </a:lnTo>
                  <a:close/>
                </a:path>
                <a:path w="3982084" h="1592579">
                  <a:moveTo>
                    <a:pt x="1762531" y="17437"/>
                  </a:moveTo>
                  <a:lnTo>
                    <a:pt x="1759597" y="11976"/>
                  </a:lnTo>
                  <a:lnTo>
                    <a:pt x="1750771" y="7073"/>
                  </a:lnTo>
                  <a:lnTo>
                    <a:pt x="1736026" y="2984"/>
                  </a:lnTo>
                  <a:lnTo>
                    <a:pt x="1715312" y="0"/>
                  </a:lnTo>
                  <a:lnTo>
                    <a:pt x="1635010" y="0"/>
                  </a:lnTo>
                  <a:lnTo>
                    <a:pt x="1614322" y="2984"/>
                  </a:lnTo>
                  <a:lnTo>
                    <a:pt x="1599577" y="7086"/>
                  </a:lnTo>
                  <a:lnTo>
                    <a:pt x="1590751" y="12065"/>
                  </a:lnTo>
                  <a:lnTo>
                    <a:pt x="1587817" y="17627"/>
                  </a:lnTo>
                  <a:lnTo>
                    <a:pt x="1590751" y="23177"/>
                  </a:lnTo>
                  <a:lnTo>
                    <a:pt x="1599577" y="28092"/>
                  </a:lnTo>
                  <a:lnTo>
                    <a:pt x="1614322" y="32194"/>
                  </a:lnTo>
                  <a:lnTo>
                    <a:pt x="1635010" y="35255"/>
                  </a:lnTo>
                  <a:lnTo>
                    <a:pt x="1715312" y="35255"/>
                  </a:lnTo>
                  <a:lnTo>
                    <a:pt x="1736026" y="32181"/>
                  </a:lnTo>
                  <a:lnTo>
                    <a:pt x="1750771" y="28067"/>
                  </a:lnTo>
                  <a:lnTo>
                    <a:pt x="1759597" y="23088"/>
                  </a:lnTo>
                  <a:lnTo>
                    <a:pt x="1762531" y="17437"/>
                  </a:lnTo>
                  <a:close/>
                </a:path>
                <a:path w="3982084" h="1592579">
                  <a:moveTo>
                    <a:pt x="2111972" y="17437"/>
                  </a:moveTo>
                  <a:lnTo>
                    <a:pt x="2109038" y="11976"/>
                  </a:lnTo>
                  <a:lnTo>
                    <a:pt x="2100211" y="7073"/>
                  </a:lnTo>
                  <a:lnTo>
                    <a:pt x="2085454" y="2984"/>
                  </a:lnTo>
                  <a:lnTo>
                    <a:pt x="2064740" y="0"/>
                  </a:lnTo>
                  <a:lnTo>
                    <a:pt x="1984438" y="0"/>
                  </a:lnTo>
                  <a:lnTo>
                    <a:pt x="1963750" y="2984"/>
                  </a:lnTo>
                  <a:lnTo>
                    <a:pt x="1949005" y="7086"/>
                  </a:lnTo>
                  <a:lnTo>
                    <a:pt x="1940191" y="12065"/>
                  </a:lnTo>
                  <a:lnTo>
                    <a:pt x="1937245" y="17627"/>
                  </a:lnTo>
                  <a:lnTo>
                    <a:pt x="1940191" y="23177"/>
                  </a:lnTo>
                  <a:lnTo>
                    <a:pt x="1949005" y="28092"/>
                  </a:lnTo>
                  <a:lnTo>
                    <a:pt x="1963750" y="32194"/>
                  </a:lnTo>
                  <a:lnTo>
                    <a:pt x="1984438" y="35255"/>
                  </a:lnTo>
                  <a:lnTo>
                    <a:pt x="2064740" y="35255"/>
                  </a:lnTo>
                  <a:lnTo>
                    <a:pt x="2085454" y="32181"/>
                  </a:lnTo>
                  <a:lnTo>
                    <a:pt x="2100211" y="28067"/>
                  </a:lnTo>
                  <a:lnTo>
                    <a:pt x="2109038" y="23088"/>
                  </a:lnTo>
                  <a:lnTo>
                    <a:pt x="2111972" y="17437"/>
                  </a:lnTo>
                  <a:close/>
                </a:path>
                <a:path w="3982084" h="1592579">
                  <a:moveTo>
                    <a:pt x="2461399" y="17437"/>
                  </a:moveTo>
                  <a:lnTo>
                    <a:pt x="2458466" y="11976"/>
                  </a:lnTo>
                  <a:lnTo>
                    <a:pt x="2449639" y="7073"/>
                  </a:lnTo>
                  <a:lnTo>
                    <a:pt x="2434882" y="2984"/>
                  </a:lnTo>
                  <a:lnTo>
                    <a:pt x="2414168" y="0"/>
                  </a:lnTo>
                  <a:lnTo>
                    <a:pt x="2333879" y="0"/>
                  </a:lnTo>
                  <a:lnTo>
                    <a:pt x="2313190" y="2984"/>
                  </a:lnTo>
                  <a:lnTo>
                    <a:pt x="2298446" y="7086"/>
                  </a:lnTo>
                  <a:lnTo>
                    <a:pt x="2289619" y="12065"/>
                  </a:lnTo>
                  <a:lnTo>
                    <a:pt x="2286685" y="17627"/>
                  </a:lnTo>
                  <a:lnTo>
                    <a:pt x="2289619" y="23177"/>
                  </a:lnTo>
                  <a:lnTo>
                    <a:pt x="2298446" y="28092"/>
                  </a:lnTo>
                  <a:lnTo>
                    <a:pt x="2313190" y="32194"/>
                  </a:lnTo>
                  <a:lnTo>
                    <a:pt x="2333879" y="35255"/>
                  </a:lnTo>
                  <a:lnTo>
                    <a:pt x="2414168" y="35255"/>
                  </a:lnTo>
                  <a:lnTo>
                    <a:pt x="2434882" y="32181"/>
                  </a:lnTo>
                  <a:lnTo>
                    <a:pt x="2449639" y="28067"/>
                  </a:lnTo>
                  <a:lnTo>
                    <a:pt x="2458466" y="23088"/>
                  </a:lnTo>
                  <a:lnTo>
                    <a:pt x="2461399" y="17437"/>
                  </a:lnTo>
                  <a:close/>
                </a:path>
                <a:path w="3982084" h="1592579">
                  <a:moveTo>
                    <a:pt x="2810827" y="17437"/>
                  </a:moveTo>
                  <a:lnTo>
                    <a:pt x="2807893" y="11976"/>
                  </a:lnTo>
                  <a:lnTo>
                    <a:pt x="2799067" y="7073"/>
                  </a:lnTo>
                  <a:lnTo>
                    <a:pt x="2784310" y="2984"/>
                  </a:lnTo>
                  <a:lnTo>
                    <a:pt x="2763609" y="0"/>
                  </a:lnTo>
                  <a:lnTo>
                    <a:pt x="2683306" y="0"/>
                  </a:lnTo>
                  <a:lnTo>
                    <a:pt x="2662618" y="2984"/>
                  </a:lnTo>
                  <a:lnTo>
                    <a:pt x="2647873" y="7086"/>
                  </a:lnTo>
                  <a:lnTo>
                    <a:pt x="2639047" y="12065"/>
                  </a:lnTo>
                  <a:lnTo>
                    <a:pt x="2636113" y="17627"/>
                  </a:lnTo>
                  <a:lnTo>
                    <a:pt x="2639047" y="23177"/>
                  </a:lnTo>
                  <a:lnTo>
                    <a:pt x="2647873" y="28092"/>
                  </a:lnTo>
                  <a:lnTo>
                    <a:pt x="2662618" y="32194"/>
                  </a:lnTo>
                  <a:lnTo>
                    <a:pt x="2683306" y="35255"/>
                  </a:lnTo>
                  <a:lnTo>
                    <a:pt x="2763609" y="35255"/>
                  </a:lnTo>
                  <a:lnTo>
                    <a:pt x="2784310" y="32181"/>
                  </a:lnTo>
                  <a:lnTo>
                    <a:pt x="2799067" y="28067"/>
                  </a:lnTo>
                  <a:lnTo>
                    <a:pt x="2807893" y="23088"/>
                  </a:lnTo>
                  <a:lnTo>
                    <a:pt x="2810827" y="17437"/>
                  </a:lnTo>
                  <a:close/>
                </a:path>
                <a:path w="3982084" h="1592579">
                  <a:moveTo>
                    <a:pt x="3160255" y="17437"/>
                  </a:moveTo>
                  <a:lnTo>
                    <a:pt x="3157321" y="11976"/>
                  </a:lnTo>
                  <a:lnTo>
                    <a:pt x="3148495" y="7073"/>
                  </a:lnTo>
                  <a:lnTo>
                    <a:pt x="3133750" y="2984"/>
                  </a:lnTo>
                  <a:lnTo>
                    <a:pt x="3113036" y="0"/>
                  </a:lnTo>
                  <a:lnTo>
                    <a:pt x="3032734" y="0"/>
                  </a:lnTo>
                  <a:lnTo>
                    <a:pt x="3012046" y="2984"/>
                  </a:lnTo>
                  <a:lnTo>
                    <a:pt x="2997301" y="7086"/>
                  </a:lnTo>
                  <a:lnTo>
                    <a:pt x="2988475" y="12065"/>
                  </a:lnTo>
                  <a:lnTo>
                    <a:pt x="2985541" y="17627"/>
                  </a:lnTo>
                  <a:lnTo>
                    <a:pt x="2988475" y="23177"/>
                  </a:lnTo>
                  <a:lnTo>
                    <a:pt x="2997301" y="28092"/>
                  </a:lnTo>
                  <a:lnTo>
                    <a:pt x="3012046" y="32194"/>
                  </a:lnTo>
                  <a:lnTo>
                    <a:pt x="3032734" y="35255"/>
                  </a:lnTo>
                  <a:lnTo>
                    <a:pt x="3113036" y="35255"/>
                  </a:lnTo>
                  <a:lnTo>
                    <a:pt x="3133750" y="32181"/>
                  </a:lnTo>
                  <a:lnTo>
                    <a:pt x="3148495" y="28067"/>
                  </a:lnTo>
                  <a:lnTo>
                    <a:pt x="3157321" y="23088"/>
                  </a:lnTo>
                  <a:lnTo>
                    <a:pt x="3160255" y="17437"/>
                  </a:lnTo>
                  <a:close/>
                </a:path>
                <a:path w="3982084" h="1592579">
                  <a:moveTo>
                    <a:pt x="3509683" y="17437"/>
                  </a:moveTo>
                  <a:lnTo>
                    <a:pt x="3506749" y="11976"/>
                  </a:lnTo>
                  <a:lnTo>
                    <a:pt x="3497923" y="7073"/>
                  </a:lnTo>
                  <a:lnTo>
                    <a:pt x="3483178" y="2984"/>
                  </a:lnTo>
                  <a:lnTo>
                    <a:pt x="3462464" y="0"/>
                  </a:lnTo>
                  <a:lnTo>
                    <a:pt x="3382162" y="0"/>
                  </a:lnTo>
                  <a:lnTo>
                    <a:pt x="3361474" y="2984"/>
                  </a:lnTo>
                  <a:lnTo>
                    <a:pt x="3346729" y="7086"/>
                  </a:lnTo>
                  <a:lnTo>
                    <a:pt x="3337903" y="12065"/>
                  </a:lnTo>
                  <a:lnTo>
                    <a:pt x="3334969" y="17627"/>
                  </a:lnTo>
                  <a:lnTo>
                    <a:pt x="3337903" y="23177"/>
                  </a:lnTo>
                  <a:lnTo>
                    <a:pt x="3346729" y="28092"/>
                  </a:lnTo>
                  <a:lnTo>
                    <a:pt x="3361474" y="32194"/>
                  </a:lnTo>
                  <a:lnTo>
                    <a:pt x="3382162" y="35255"/>
                  </a:lnTo>
                  <a:lnTo>
                    <a:pt x="3462464" y="35255"/>
                  </a:lnTo>
                  <a:lnTo>
                    <a:pt x="3483178" y="32181"/>
                  </a:lnTo>
                  <a:lnTo>
                    <a:pt x="3497923" y="28067"/>
                  </a:lnTo>
                  <a:lnTo>
                    <a:pt x="3506749" y="23088"/>
                  </a:lnTo>
                  <a:lnTo>
                    <a:pt x="3509683" y="17437"/>
                  </a:lnTo>
                  <a:close/>
                </a:path>
                <a:path w="3982084" h="1592579">
                  <a:moveTo>
                    <a:pt x="3859123" y="17437"/>
                  </a:moveTo>
                  <a:lnTo>
                    <a:pt x="3856190" y="11976"/>
                  </a:lnTo>
                  <a:lnTo>
                    <a:pt x="3847363" y="7073"/>
                  </a:lnTo>
                  <a:lnTo>
                    <a:pt x="3832606" y="2984"/>
                  </a:lnTo>
                  <a:lnTo>
                    <a:pt x="3811892" y="0"/>
                  </a:lnTo>
                  <a:lnTo>
                    <a:pt x="3731590" y="0"/>
                  </a:lnTo>
                  <a:lnTo>
                    <a:pt x="3710902" y="2984"/>
                  </a:lnTo>
                  <a:lnTo>
                    <a:pt x="3696170" y="7086"/>
                  </a:lnTo>
                  <a:lnTo>
                    <a:pt x="3687343" y="12065"/>
                  </a:lnTo>
                  <a:lnTo>
                    <a:pt x="3684409" y="17627"/>
                  </a:lnTo>
                  <a:lnTo>
                    <a:pt x="3687343" y="23177"/>
                  </a:lnTo>
                  <a:lnTo>
                    <a:pt x="3696170" y="28092"/>
                  </a:lnTo>
                  <a:lnTo>
                    <a:pt x="3710902" y="32194"/>
                  </a:lnTo>
                  <a:lnTo>
                    <a:pt x="3731590" y="35255"/>
                  </a:lnTo>
                  <a:lnTo>
                    <a:pt x="3811892" y="35255"/>
                  </a:lnTo>
                  <a:lnTo>
                    <a:pt x="3832606" y="32181"/>
                  </a:lnTo>
                  <a:lnTo>
                    <a:pt x="3847363" y="28067"/>
                  </a:lnTo>
                  <a:lnTo>
                    <a:pt x="3856190" y="23088"/>
                  </a:lnTo>
                  <a:lnTo>
                    <a:pt x="3859123" y="17437"/>
                  </a:lnTo>
                  <a:close/>
                </a:path>
                <a:path w="3982084" h="1592579">
                  <a:moveTo>
                    <a:pt x="3981615" y="1165796"/>
                  </a:moveTo>
                  <a:lnTo>
                    <a:pt x="3978630" y="1152626"/>
                  </a:lnTo>
                  <a:lnTo>
                    <a:pt x="3974528" y="1143254"/>
                  </a:lnTo>
                  <a:lnTo>
                    <a:pt x="3969562" y="1137640"/>
                  </a:lnTo>
                  <a:lnTo>
                    <a:pt x="3963987" y="1135773"/>
                  </a:lnTo>
                  <a:lnTo>
                    <a:pt x="3958450" y="1137640"/>
                  </a:lnTo>
                  <a:lnTo>
                    <a:pt x="3953522" y="1143254"/>
                  </a:lnTo>
                  <a:lnTo>
                    <a:pt x="3949433" y="1152626"/>
                  </a:lnTo>
                  <a:lnTo>
                    <a:pt x="3946360" y="1165796"/>
                  </a:lnTo>
                  <a:lnTo>
                    <a:pt x="3946360" y="1216863"/>
                  </a:lnTo>
                  <a:lnTo>
                    <a:pt x="3949433" y="1230033"/>
                  </a:lnTo>
                  <a:lnTo>
                    <a:pt x="3953548" y="1239418"/>
                  </a:lnTo>
                  <a:lnTo>
                    <a:pt x="3958526" y="1245044"/>
                  </a:lnTo>
                  <a:lnTo>
                    <a:pt x="3964178" y="1246911"/>
                  </a:lnTo>
                  <a:lnTo>
                    <a:pt x="3969639" y="1245044"/>
                  </a:lnTo>
                  <a:lnTo>
                    <a:pt x="3974554" y="1239418"/>
                  </a:lnTo>
                  <a:lnTo>
                    <a:pt x="3978643" y="1230033"/>
                  </a:lnTo>
                  <a:lnTo>
                    <a:pt x="3981615" y="1216863"/>
                  </a:lnTo>
                  <a:lnTo>
                    <a:pt x="3981615" y="1165796"/>
                  </a:lnTo>
                  <a:close/>
                </a:path>
                <a:path w="3982084" h="1592579">
                  <a:moveTo>
                    <a:pt x="3981615" y="833526"/>
                  </a:moveTo>
                  <a:lnTo>
                    <a:pt x="3978630" y="812838"/>
                  </a:lnTo>
                  <a:lnTo>
                    <a:pt x="3974528" y="798093"/>
                  </a:lnTo>
                  <a:lnTo>
                    <a:pt x="3969562" y="789266"/>
                  </a:lnTo>
                  <a:lnTo>
                    <a:pt x="3963987" y="786333"/>
                  </a:lnTo>
                  <a:lnTo>
                    <a:pt x="3958450" y="789266"/>
                  </a:lnTo>
                  <a:lnTo>
                    <a:pt x="3953522" y="798093"/>
                  </a:lnTo>
                  <a:lnTo>
                    <a:pt x="3949433" y="812838"/>
                  </a:lnTo>
                  <a:lnTo>
                    <a:pt x="3946360" y="833526"/>
                  </a:lnTo>
                  <a:lnTo>
                    <a:pt x="3946360" y="913828"/>
                  </a:lnTo>
                  <a:lnTo>
                    <a:pt x="3949433" y="934529"/>
                  </a:lnTo>
                  <a:lnTo>
                    <a:pt x="3953548" y="949286"/>
                  </a:lnTo>
                  <a:lnTo>
                    <a:pt x="3958526" y="958113"/>
                  </a:lnTo>
                  <a:lnTo>
                    <a:pt x="3964178" y="961047"/>
                  </a:lnTo>
                  <a:lnTo>
                    <a:pt x="3969639" y="958113"/>
                  </a:lnTo>
                  <a:lnTo>
                    <a:pt x="3974554" y="949286"/>
                  </a:lnTo>
                  <a:lnTo>
                    <a:pt x="3978643" y="934529"/>
                  </a:lnTo>
                  <a:lnTo>
                    <a:pt x="3981615" y="913828"/>
                  </a:lnTo>
                  <a:lnTo>
                    <a:pt x="3981615" y="833526"/>
                  </a:lnTo>
                  <a:close/>
                </a:path>
                <a:path w="3982084" h="1592579">
                  <a:moveTo>
                    <a:pt x="3981615" y="484098"/>
                  </a:moveTo>
                  <a:lnTo>
                    <a:pt x="3978630" y="463397"/>
                  </a:lnTo>
                  <a:lnTo>
                    <a:pt x="3974528" y="448665"/>
                  </a:lnTo>
                  <a:lnTo>
                    <a:pt x="3969562" y="439839"/>
                  </a:lnTo>
                  <a:lnTo>
                    <a:pt x="3963987" y="436905"/>
                  </a:lnTo>
                  <a:lnTo>
                    <a:pt x="3958450" y="439839"/>
                  </a:lnTo>
                  <a:lnTo>
                    <a:pt x="3953522" y="448665"/>
                  </a:lnTo>
                  <a:lnTo>
                    <a:pt x="3949433" y="463397"/>
                  </a:lnTo>
                  <a:lnTo>
                    <a:pt x="3946360" y="484098"/>
                  </a:lnTo>
                  <a:lnTo>
                    <a:pt x="3946360" y="564400"/>
                  </a:lnTo>
                  <a:lnTo>
                    <a:pt x="3949433" y="585101"/>
                  </a:lnTo>
                  <a:lnTo>
                    <a:pt x="3953548" y="599859"/>
                  </a:lnTo>
                  <a:lnTo>
                    <a:pt x="3958526" y="608685"/>
                  </a:lnTo>
                  <a:lnTo>
                    <a:pt x="3964178" y="611619"/>
                  </a:lnTo>
                  <a:lnTo>
                    <a:pt x="3969639" y="608685"/>
                  </a:lnTo>
                  <a:lnTo>
                    <a:pt x="3974554" y="599859"/>
                  </a:lnTo>
                  <a:lnTo>
                    <a:pt x="3978643" y="585101"/>
                  </a:lnTo>
                  <a:lnTo>
                    <a:pt x="3981615" y="564400"/>
                  </a:lnTo>
                  <a:lnTo>
                    <a:pt x="3981615" y="484098"/>
                  </a:lnTo>
                  <a:close/>
                </a:path>
                <a:path w="3982084" h="1592579">
                  <a:moveTo>
                    <a:pt x="3981615" y="134670"/>
                  </a:moveTo>
                  <a:lnTo>
                    <a:pt x="3978630" y="113969"/>
                  </a:lnTo>
                  <a:lnTo>
                    <a:pt x="3974528" y="99225"/>
                  </a:lnTo>
                  <a:lnTo>
                    <a:pt x="3969562" y="90411"/>
                  </a:lnTo>
                  <a:lnTo>
                    <a:pt x="3963987" y="87477"/>
                  </a:lnTo>
                  <a:lnTo>
                    <a:pt x="3958450" y="90411"/>
                  </a:lnTo>
                  <a:lnTo>
                    <a:pt x="3953522" y="99225"/>
                  </a:lnTo>
                  <a:lnTo>
                    <a:pt x="3949433" y="113969"/>
                  </a:lnTo>
                  <a:lnTo>
                    <a:pt x="3946360" y="134670"/>
                  </a:lnTo>
                  <a:lnTo>
                    <a:pt x="3946360" y="214972"/>
                  </a:lnTo>
                  <a:lnTo>
                    <a:pt x="3949433" y="235673"/>
                  </a:lnTo>
                  <a:lnTo>
                    <a:pt x="3953548" y="250431"/>
                  </a:lnTo>
                  <a:lnTo>
                    <a:pt x="3958526" y="259257"/>
                  </a:lnTo>
                  <a:lnTo>
                    <a:pt x="3964178" y="262191"/>
                  </a:lnTo>
                  <a:lnTo>
                    <a:pt x="3969639" y="259257"/>
                  </a:lnTo>
                  <a:lnTo>
                    <a:pt x="3974554" y="250431"/>
                  </a:lnTo>
                  <a:lnTo>
                    <a:pt x="3978643" y="235673"/>
                  </a:lnTo>
                  <a:lnTo>
                    <a:pt x="3981615" y="214972"/>
                  </a:lnTo>
                  <a:lnTo>
                    <a:pt x="3981615" y="134670"/>
                  </a:lnTo>
                  <a:close/>
                </a:path>
              </a:pathLst>
            </a:custGeom>
            <a:solidFill>
              <a:srgbClr val="BBCAEA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1996090" y="5790031"/>
              <a:ext cx="6391275" cy="4391660"/>
            </a:xfrm>
            <a:custGeom>
              <a:avLst/>
              <a:gdLst/>
              <a:ahLst/>
              <a:cxnLst/>
              <a:rect l="l" t="t" r="r" b="b"/>
              <a:pathLst>
                <a:path w="6391275" h="4391659">
                  <a:moveTo>
                    <a:pt x="6162943" y="0"/>
                  </a:moveTo>
                  <a:lnTo>
                    <a:pt x="228254" y="0"/>
                  </a:lnTo>
                  <a:lnTo>
                    <a:pt x="182401" y="4658"/>
                  </a:lnTo>
                  <a:lnTo>
                    <a:pt x="139625" y="18011"/>
                  </a:lnTo>
                  <a:lnTo>
                    <a:pt x="100862" y="39121"/>
                  </a:lnTo>
                  <a:lnTo>
                    <a:pt x="67047" y="67051"/>
                  </a:lnTo>
                  <a:lnTo>
                    <a:pt x="39118" y="100866"/>
                  </a:lnTo>
                  <a:lnTo>
                    <a:pt x="18009" y="139629"/>
                  </a:lnTo>
                  <a:lnTo>
                    <a:pt x="4658" y="182404"/>
                  </a:lnTo>
                  <a:lnTo>
                    <a:pt x="0" y="228254"/>
                  </a:lnTo>
                  <a:lnTo>
                    <a:pt x="0" y="4163286"/>
                  </a:lnTo>
                  <a:lnTo>
                    <a:pt x="4658" y="4209137"/>
                  </a:lnTo>
                  <a:lnTo>
                    <a:pt x="18009" y="4251911"/>
                  </a:lnTo>
                  <a:lnTo>
                    <a:pt x="39118" y="4290675"/>
                  </a:lnTo>
                  <a:lnTo>
                    <a:pt x="67047" y="4324490"/>
                  </a:lnTo>
                  <a:lnTo>
                    <a:pt x="100862" y="4352420"/>
                  </a:lnTo>
                  <a:lnTo>
                    <a:pt x="139625" y="4373530"/>
                  </a:lnTo>
                  <a:lnTo>
                    <a:pt x="182401" y="4386882"/>
                  </a:lnTo>
                  <a:lnTo>
                    <a:pt x="228254" y="4391541"/>
                  </a:lnTo>
                  <a:lnTo>
                    <a:pt x="6162943" y="4391541"/>
                  </a:lnTo>
                  <a:lnTo>
                    <a:pt x="6208796" y="4386882"/>
                  </a:lnTo>
                  <a:lnTo>
                    <a:pt x="6251572" y="4373530"/>
                  </a:lnTo>
                  <a:lnTo>
                    <a:pt x="6290336" y="4352420"/>
                  </a:lnTo>
                  <a:lnTo>
                    <a:pt x="6324150" y="4324490"/>
                  </a:lnTo>
                  <a:lnTo>
                    <a:pt x="6352079" y="4290675"/>
                  </a:lnTo>
                  <a:lnTo>
                    <a:pt x="6373188" y="4251911"/>
                  </a:lnTo>
                  <a:lnTo>
                    <a:pt x="6386539" y="4209137"/>
                  </a:lnTo>
                  <a:lnTo>
                    <a:pt x="6391198" y="4163286"/>
                  </a:lnTo>
                  <a:lnTo>
                    <a:pt x="6391198" y="228254"/>
                  </a:lnTo>
                  <a:lnTo>
                    <a:pt x="6386539" y="182404"/>
                  </a:lnTo>
                  <a:lnTo>
                    <a:pt x="6373188" y="139629"/>
                  </a:lnTo>
                  <a:lnTo>
                    <a:pt x="6352079" y="100866"/>
                  </a:lnTo>
                  <a:lnTo>
                    <a:pt x="6324150" y="67051"/>
                  </a:lnTo>
                  <a:lnTo>
                    <a:pt x="6290336" y="39121"/>
                  </a:lnTo>
                  <a:lnTo>
                    <a:pt x="6251572" y="18011"/>
                  </a:lnTo>
                  <a:lnTo>
                    <a:pt x="6208796" y="4658"/>
                  </a:lnTo>
                  <a:lnTo>
                    <a:pt x="6162943" y="0"/>
                  </a:lnTo>
                  <a:close/>
                </a:path>
              </a:pathLst>
            </a:custGeom>
            <a:solidFill>
              <a:srgbClr val="5BA5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1263038" y="10078729"/>
              <a:ext cx="7883525" cy="141605"/>
            </a:xfrm>
            <a:custGeom>
              <a:avLst/>
              <a:gdLst/>
              <a:ahLst/>
              <a:cxnLst/>
              <a:rect l="l" t="t" r="r" b="b"/>
              <a:pathLst>
                <a:path w="7883525" h="141604">
                  <a:moveTo>
                    <a:pt x="7882974" y="0"/>
                  </a:moveTo>
                  <a:lnTo>
                    <a:pt x="0" y="0"/>
                  </a:lnTo>
                  <a:lnTo>
                    <a:pt x="0" y="141377"/>
                  </a:lnTo>
                  <a:lnTo>
                    <a:pt x="7882974" y="141377"/>
                  </a:lnTo>
                  <a:lnTo>
                    <a:pt x="7882974" y="0"/>
                  </a:lnTo>
                  <a:close/>
                </a:path>
              </a:pathLst>
            </a:custGeom>
            <a:solidFill>
              <a:srgbClr val="4A9BE5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1263093" y="10220150"/>
              <a:ext cx="7883525" cy="128270"/>
            </a:xfrm>
            <a:custGeom>
              <a:avLst/>
              <a:gdLst/>
              <a:ahLst/>
              <a:cxnLst/>
              <a:rect l="l" t="t" r="r" b="b"/>
              <a:pathLst>
                <a:path w="7883525" h="128270">
                  <a:moveTo>
                    <a:pt x="7882911" y="0"/>
                  </a:moveTo>
                  <a:lnTo>
                    <a:pt x="5648728" y="0"/>
                  </a:lnTo>
                  <a:lnTo>
                    <a:pt x="0" y="0"/>
                  </a:lnTo>
                  <a:lnTo>
                    <a:pt x="114538" y="73991"/>
                  </a:lnTo>
                  <a:lnTo>
                    <a:pt x="209599" y="111987"/>
                  </a:lnTo>
                  <a:lnTo>
                    <a:pt x="336378" y="125985"/>
                  </a:lnTo>
                  <a:lnTo>
                    <a:pt x="546067" y="127985"/>
                  </a:lnTo>
                  <a:lnTo>
                    <a:pt x="7336844" y="127985"/>
                  </a:lnTo>
                  <a:lnTo>
                    <a:pt x="7573035" y="107987"/>
                  </a:lnTo>
                  <a:lnTo>
                    <a:pt x="7743982" y="63992"/>
                  </a:lnTo>
                  <a:lnTo>
                    <a:pt x="7847878" y="19997"/>
                  </a:lnTo>
                  <a:lnTo>
                    <a:pt x="7882911" y="0"/>
                  </a:lnTo>
                  <a:close/>
                </a:path>
              </a:pathLst>
            </a:custGeom>
            <a:solidFill>
              <a:srgbClr val="184785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2223481" y="6039369"/>
              <a:ext cx="5972175" cy="3764279"/>
            </a:xfrm>
            <a:custGeom>
              <a:avLst/>
              <a:gdLst/>
              <a:ahLst/>
              <a:cxnLst/>
              <a:rect l="l" t="t" r="r" b="b"/>
              <a:pathLst>
                <a:path w="5972175" h="3764279">
                  <a:moveTo>
                    <a:pt x="5940698" y="0"/>
                  </a:moveTo>
                  <a:lnTo>
                    <a:pt x="31255" y="0"/>
                  </a:lnTo>
                  <a:lnTo>
                    <a:pt x="19087" y="2457"/>
                  </a:lnTo>
                  <a:lnTo>
                    <a:pt x="9152" y="9158"/>
                  </a:lnTo>
                  <a:lnTo>
                    <a:pt x="2455" y="19096"/>
                  </a:lnTo>
                  <a:lnTo>
                    <a:pt x="0" y="31266"/>
                  </a:lnTo>
                  <a:lnTo>
                    <a:pt x="0" y="3732902"/>
                  </a:lnTo>
                  <a:lnTo>
                    <a:pt x="2455" y="3745071"/>
                  </a:lnTo>
                  <a:lnTo>
                    <a:pt x="9152" y="3755010"/>
                  </a:lnTo>
                  <a:lnTo>
                    <a:pt x="19087" y="3761710"/>
                  </a:lnTo>
                  <a:lnTo>
                    <a:pt x="31255" y="3764168"/>
                  </a:lnTo>
                  <a:lnTo>
                    <a:pt x="5940698" y="3764168"/>
                  </a:lnTo>
                  <a:lnTo>
                    <a:pt x="5952868" y="3761710"/>
                  </a:lnTo>
                  <a:lnTo>
                    <a:pt x="5962806" y="3755010"/>
                  </a:lnTo>
                  <a:lnTo>
                    <a:pt x="5969507" y="3745071"/>
                  </a:lnTo>
                  <a:lnTo>
                    <a:pt x="5971964" y="3732902"/>
                  </a:lnTo>
                  <a:lnTo>
                    <a:pt x="5971964" y="31266"/>
                  </a:lnTo>
                  <a:lnTo>
                    <a:pt x="5969507" y="19096"/>
                  </a:lnTo>
                  <a:lnTo>
                    <a:pt x="5962806" y="9158"/>
                  </a:lnTo>
                  <a:lnTo>
                    <a:pt x="5952868" y="2457"/>
                  </a:lnTo>
                  <a:lnTo>
                    <a:pt x="5940698" y="0"/>
                  </a:lnTo>
                  <a:close/>
                </a:path>
              </a:pathLst>
            </a:custGeom>
            <a:solidFill>
              <a:srgbClr val="A9CBF7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4562044" y="10078726"/>
              <a:ext cx="1303655" cy="113030"/>
            </a:xfrm>
            <a:custGeom>
              <a:avLst/>
              <a:gdLst/>
              <a:ahLst/>
              <a:cxnLst/>
              <a:rect l="l" t="t" r="r" b="b"/>
              <a:pathLst>
                <a:path w="1303655" h="113029">
                  <a:moveTo>
                    <a:pt x="1303447" y="0"/>
                  </a:moveTo>
                  <a:lnTo>
                    <a:pt x="0" y="0"/>
                  </a:lnTo>
                  <a:lnTo>
                    <a:pt x="16679" y="44565"/>
                  </a:lnTo>
                  <a:lnTo>
                    <a:pt x="46905" y="80344"/>
                  </a:lnTo>
                  <a:lnTo>
                    <a:pt x="87530" y="104149"/>
                  </a:lnTo>
                  <a:lnTo>
                    <a:pt x="135409" y="112792"/>
                  </a:lnTo>
                  <a:lnTo>
                    <a:pt x="1168037" y="112792"/>
                  </a:lnTo>
                  <a:lnTo>
                    <a:pt x="1221487" y="101931"/>
                  </a:lnTo>
                  <a:lnTo>
                    <a:pt x="1265333" y="72395"/>
                  </a:lnTo>
                  <a:lnTo>
                    <a:pt x="1289722" y="39398"/>
                  </a:lnTo>
                  <a:lnTo>
                    <a:pt x="1303447" y="0"/>
                  </a:lnTo>
                  <a:close/>
                </a:path>
              </a:pathLst>
            </a:custGeom>
            <a:solidFill>
              <a:srgbClr val="184785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6913992" y="2687060"/>
              <a:ext cx="866140" cy="866140"/>
            </a:xfrm>
            <a:custGeom>
              <a:avLst/>
              <a:gdLst/>
              <a:ahLst/>
              <a:cxnLst/>
              <a:rect l="l" t="t" r="r" b="b"/>
              <a:pathLst>
                <a:path w="866140" h="866139">
                  <a:moveTo>
                    <a:pt x="701507" y="0"/>
                  </a:moveTo>
                  <a:lnTo>
                    <a:pt x="17897" y="146103"/>
                  </a:lnTo>
                  <a:lnTo>
                    <a:pt x="0" y="164470"/>
                  </a:lnTo>
                  <a:lnTo>
                    <a:pt x="128" y="173683"/>
                  </a:lnTo>
                  <a:lnTo>
                    <a:pt x="146103" y="848081"/>
                  </a:lnTo>
                  <a:lnTo>
                    <a:pt x="149795" y="856523"/>
                  </a:lnTo>
                  <a:lnTo>
                    <a:pt x="156214" y="862679"/>
                  </a:lnTo>
                  <a:lnTo>
                    <a:pt x="164472" y="865979"/>
                  </a:lnTo>
                  <a:lnTo>
                    <a:pt x="173683" y="865851"/>
                  </a:lnTo>
                  <a:lnTo>
                    <a:pt x="848081" y="719876"/>
                  </a:lnTo>
                  <a:lnTo>
                    <a:pt x="856523" y="716184"/>
                  </a:lnTo>
                  <a:lnTo>
                    <a:pt x="862679" y="709765"/>
                  </a:lnTo>
                  <a:lnTo>
                    <a:pt x="865979" y="701507"/>
                  </a:lnTo>
                  <a:lnTo>
                    <a:pt x="865851" y="692296"/>
                  </a:lnTo>
                  <a:lnTo>
                    <a:pt x="719876" y="17897"/>
                  </a:lnTo>
                  <a:lnTo>
                    <a:pt x="716184" y="9456"/>
                  </a:lnTo>
                  <a:lnTo>
                    <a:pt x="709765" y="3300"/>
                  </a:lnTo>
                  <a:lnTo>
                    <a:pt x="701507" y="0"/>
                  </a:lnTo>
                  <a:close/>
                </a:path>
              </a:pathLst>
            </a:custGeom>
            <a:solidFill>
              <a:srgbClr val="F89D13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7149347" y="2934100"/>
              <a:ext cx="426084" cy="437515"/>
            </a:xfrm>
            <a:custGeom>
              <a:avLst/>
              <a:gdLst/>
              <a:ahLst/>
              <a:cxnLst/>
              <a:rect l="l" t="t" r="r" b="b"/>
              <a:pathLst>
                <a:path w="426084" h="437514">
                  <a:moveTo>
                    <a:pt x="0" y="0"/>
                  </a:moveTo>
                  <a:lnTo>
                    <a:pt x="94573" y="436981"/>
                  </a:lnTo>
                  <a:lnTo>
                    <a:pt x="425714" y="136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BFC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15963858" y="3505288"/>
              <a:ext cx="734060" cy="1107440"/>
            </a:xfrm>
            <a:custGeom>
              <a:avLst/>
              <a:gdLst/>
              <a:ahLst/>
              <a:cxnLst/>
              <a:rect l="l" t="t" r="r" b="b"/>
              <a:pathLst>
                <a:path w="734059" h="1107439">
                  <a:moveTo>
                    <a:pt x="615164" y="0"/>
                  </a:moveTo>
                  <a:lnTo>
                    <a:pt x="168089" y="3214"/>
                  </a:lnTo>
                  <a:lnTo>
                    <a:pt x="0" y="178717"/>
                  </a:lnTo>
                  <a:lnTo>
                    <a:pt x="5874" y="996451"/>
                  </a:lnTo>
                  <a:lnTo>
                    <a:pt x="14959" y="1039854"/>
                  </a:lnTo>
                  <a:lnTo>
                    <a:pt x="39144" y="1075176"/>
                  </a:lnTo>
                  <a:lnTo>
                    <a:pt x="74807" y="1098852"/>
                  </a:lnTo>
                  <a:lnTo>
                    <a:pt x="118331" y="1107317"/>
                  </a:lnTo>
                  <a:lnTo>
                    <a:pt x="623090" y="1103694"/>
                  </a:lnTo>
                  <a:lnTo>
                    <a:pt x="666494" y="1094602"/>
                  </a:lnTo>
                  <a:lnTo>
                    <a:pt x="701816" y="1070415"/>
                  </a:lnTo>
                  <a:lnTo>
                    <a:pt x="725492" y="1034750"/>
                  </a:lnTo>
                  <a:lnTo>
                    <a:pt x="733956" y="991226"/>
                  </a:lnTo>
                  <a:lnTo>
                    <a:pt x="727632" y="110865"/>
                  </a:lnTo>
                  <a:lnTo>
                    <a:pt x="718546" y="67462"/>
                  </a:lnTo>
                  <a:lnTo>
                    <a:pt x="694361" y="32140"/>
                  </a:lnTo>
                  <a:lnTo>
                    <a:pt x="658694" y="8464"/>
                  </a:lnTo>
                  <a:lnTo>
                    <a:pt x="615164" y="0"/>
                  </a:lnTo>
                  <a:close/>
                </a:path>
              </a:pathLst>
            </a:custGeom>
            <a:solidFill>
              <a:srgbClr val="297EEC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5963849" y="3508503"/>
              <a:ext cx="169545" cy="175895"/>
            </a:xfrm>
            <a:custGeom>
              <a:avLst/>
              <a:gdLst/>
              <a:ahLst/>
              <a:cxnLst/>
              <a:rect l="l" t="t" r="r" b="b"/>
              <a:pathLst>
                <a:path w="169544" h="175895">
                  <a:moveTo>
                    <a:pt x="168099" y="0"/>
                  </a:moveTo>
                  <a:lnTo>
                    <a:pt x="0" y="175502"/>
                  </a:lnTo>
                  <a:lnTo>
                    <a:pt x="169356" y="174287"/>
                  </a:lnTo>
                  <a:lnTo>
                    <a:pt x="168099" y="0"/>
                  </a:lnTo>
                  <a:close/>
                </a:path>
              </a:pathLst>
            </a:custGeom>
            <a:solidFill>
              <a:srgbClr val="85CCE5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6100222" y="3727735"/>
              <a:ext cx="461009" cy="662940"/>
            </a:xfrm>
            <a:custGeom>
              <a:avLst/>
              <a:gdLst/>
              <a:ahLst/>
              <a:cxnLst/>
              <a:rect l="l" t="t" r="r" b="b"/>
              <a:pathLst>
                <a:path w="461009" h="662939">
                  <a:moveTo>
                    <a:pt x="456145" y="15341"/>
                  </a:moveTo>
                  <a:lnTo>
                    <a:pt x="456031" y="0"/>
                  </a:lnTo>
                  <a:lnTo>
                    <a:pt x="0" y="3289"/>
                  </a:lnTo>
                  <a:lnTo>
                    <a:pt x="101" y="18618"/>
                  </a:lnTo>
                  <a:lnTo>
                    <a:pt x="456145" y="15341"/>
                  </a:lnTo>
                  <a:close/>
                </a:path>
                <a:path w="461009" h="662939">
                  <a:moveTo>
                    <a:pt x="456806" y="107315"/>
                  </a:moveTo>
                  <a:lnTo>
                    <a:pt x="456692" y="91986"/>
                  </a:lnTo>
                  <a:lnTo>
                    <a:pt x="660" y="95262"/>
                  </a:lnTo>
                  <a:lnTo>
                    <a:pt x="762" y="110591"/>
                  </a:lnTo>
                  <a:lnTo>
                    <a:pt x="456806" y="107315"/>
                  </a:lnTo>
                  <a:close/>
                </a:path>
                <a:path w="461009" h="662939">
                  <a:moveTo>
                    <a:pt x="457466" y="199288"/>
                  </a:moveTo>
                  <a:lnTo>
                    <a:pt x="457365" y="183959"/>
                  </a:lnTo>
                  <a:lnTo>
                    <a:pt x="1320" y="187236"/>
                  </a:lnTo>
                  <a:lnTo>
                    <a:pt x="1422" y="202565"/>
                  </a:lnTo>
                  <a:lnTo>
                    <a:pt x="457466" y="199288"/>
                  </a:lnTo>
                  <a:close/>
                </a:path>
                <a:path w="461009" h="662939">
                  <a:moveTo>
                    <a:pt x="458127" y="291261"/>
                  </a:moveTo>
                  <a:lnTo>
                    <a:pt x="458025" y="275932"/>
                  </a:lnTo>
                  <a:lnTo>
                    <a:pt x="1981" y="279209"/>
                  </a:lnTo>
                  <a:lnTo>
                    <a:pt x="2082" y="294538"/>
                  </a:lnTo>
                  <a:lnTo>
                    <a:pt x="458127" y="291261"/>
                  </a:lnTo>
                  <a:close/>
                </a:path>
                <a:path w="461009" h="662939">
                  <a:moveTo>
                    <a:pt x="458787" y="383235"/>
                  </a:moveTo>
                  <a:lnTo>
                    <a:pt x="458685" y="367906"/>
                  </a:lnTo>
                  <a:lnTo>
                    <a:pt x="2641" y="371182"/>
                  </a:lnTo>
                  <a:lnTo>
                    <a:pt x="2743" y="386511"/>
                  </a:lnTo>
                  <a:lnTo>
                    <a:pt x="458787" y="383235"/>
                  </a:lnTo>
                  <a:close/>
                </a:path>
                <a:path w="461009" h="662939">
                  <a:moveTo>
                    <a:pt x="459447" y="475208"/>
                  </a:moveTo>
                  <a:lnTo>
                    <a:pt x="459346" y="459879"/>
                  </a:lnTo>
                  <a:lnTo>
                    <a:pt x="3302" y="463156"/>
                  </a:lnTo>
                  <a:lnTo>
                    <a:pt x="3403" y="478485"/>
                  </a:lnTo>
                  <a:lnTo>
                    <a:pt x="459447" y="475208"/>
                  </a:lnTo>
                  <a:close/>
                </a:path>
                <a:path w="461009" h="662939">
                  <a:moveTo>
                    <a:pt x="460108" y="567182"/>
                  </a:moveTo>
                  <a:lnTo>
                    <a:pt x="460006" y="551853"/>
                  </a:lnTo>
                  <a:lnTo>
                    <a:pt x="3962" y="555129"/>
                  </a:lnTo>
                  <a:lnTo>
                    <a:pt x="4064" y="570458"/>
                  </a:lnTo>
                  <a:lnTo>
                    <a:pt x="460108" y="567182"/>
                  </a:lnTo>
                  <a:close/>
                </a:path>
                <a:path w="461009" h="662939">
                  <a:moveTo>
                    <a:pt x="460768" y="659155"/>
                  </a:moveTo>
                  <a:lnTo>
                    <a:pt x="460667" y="643826"/>
                  </a:lnTo>
                  <a:lnTo>
                    <a:pt x="4622" y="647103"/>
                  </a:lnTo>
                  <a:lnTo>
                    <a:pt x="4724" y="662432"/>
                  </a:lnTo>
                  <a:lnTo>
                    <a:pt x="460768" y="659155"/>
                  </a:lnTo>
                  <a:close/>
                </a:path>
              </a:pathLst>
            </a:custGeom>
            <a:solidFill>
              <a:srgbClr val="E2EDF2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7084095" y="3993408"/>
              <a:ext cx="1290955" cy="1036319"/>
            </a:xfrm>
            <a:custGeom>
              <a:avLst/>
              <a:gdLst/>
              <a:ahLst/>
              <a:cxnLst/>
              <a:rect l="l" t="t" r="r" b="b"/>
              <a:pathLst>
                <a:path w="1290955" h="1036320">
                  <a:moveTo>
                    <a:pt x="234270" y="0"/>
                  </a:moveTo>
                  <a:lnTo>
                    <a:pt x="1227" y="670844"/>
                  </a:lnTo>
                  <a:lnTo>
                    <a:pt x="0" y="681812"/>
                  </a:lnTo>
                  <a:lnTo>
                    <a:pt x="2970" y="692042"/>
                  </a:lnTo>
                  <a:lnTo>
                    <a:pt x="9561" y="700411"/>
                  </a:lnTo>
                  <a:lnTo>
                    <a:pt x="19195" y="705796"/>
                  </a:lnTo>
                  <a:lnTo>
                    <a:pt x="1045572" y="1035074"/>
                  </a:lnTo>
                  <a:lnTo>
                    <a:pt x="1056541" y="1036299"/>
                  </a:lnTo>
                  <a:lnTo>
                    <a:pt x="1066774" y="1033325"/>
                  </a:lnTo>
                  <a:lnTo>
                    <a:pt x="1075143" y="1026731"/>
                  </a:lnTo>
                  <a:lnTo>
                    <a:pt x="1080524" y="1017095"/>
                  </a:lnTo>
                  <a:lnTo>
                    <a:pt x="1289585" y="365450"/>
                  </a:lnTo>
                  <a:lnTo>
                    <a:pt x="1290811" y="354486"/>
                  </a:lnTo>
                  <a:lnTo>
                    <a:pt x="1287837" y="344256"/>
                  </a:lnTo>
                  <a:lnTo>
                    <a:pt x="1281242" y="335885"/>
                  </a:lnTo>
                  <a:lnTo>
                    <a:pt x="1271607" y="330498"/>
                  </a:lnTo>
                  <a:lnTo>
                    <a:pt x="245240" y="1221"/>
                  </a:lnTo>
                  <a:lnTo>
                    <a:pt x="234270" y="0"/>
                  </a:lnTo>
                  <a:close/>
                </a:path>
              </a:pathLst>
            </a:custGeom>
            <a:solidFill>
              <a:srgbClr val="184785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7255680" y="4393444"/>
              <a:ext cx="819785" cy="458470"/>
            </a:xfrm>
            <a:custGeom>
              <a:avLst/>
              <a:gdLst/>
              <a:ahLst/>
              <a:cxnLst/>
              <a:rect l="l" t="t" r="r" b="b"/>
              <a:pathLst>
                <a:path w="819784" h="458470">
                  <a:moveTo>
                    <a:pt x="577634" y="386588"/>
                  </a:moveTo>
                  <a:lnTo>
                    <a:pt x="387413" y="16497"/>
                  </a:lnTo>
                  <a:lnTo>
                    <a:pt x="379806" y="7023"/>
                  </a:lnTo>
                  <a:lnTo>
                    <a:pt x="369531" y="1384"/>
                  </a:lnTo>
                  <a:lnTo>
                    <a:pt x="357898" y="0"/>
                  </a:lnTo>
                  <a:lnTo>
                    <a:pt x="346189" y="3276"/>
                  </a:lnTo>
                  <a:lnTo>
                    <a:pt x="7924" y="177444"/>
                  </a:lnTo>
                  <a:lnTo>
                    <a:pt x="1600" y="183642"/>
                  </a:lnTo>
                  <a:lnTo>
                    <a:pt x="0" y="191731"/>
                  </a:lnTo>
                  <a:lnTo>
                    <a:pt x="2908" y="199453"/>
                  </a:lnTo>
                  <a:lnTo>
                    <a:pt x="10172" y="204520"/>
                  </a:lnTo>
                  <a:lnTo>
                    <a:pt x="577634" y="386588"/>
                  </a:lnTo>
                  <a:close/>
                </a:path>
                <a:path w="819784" h="458470">
                  <a:moveTo>
                    <a:pt x="819772" y="446125"/>
                  </a:moveTo>
                  <a:lnTo>
                    <a:pt x="658304" y="126238"/>
                  </a:lnTo>
                  <a:lnTo>
                    <a:pt x="628726" y="109880"/>
                  </a:lnTo>
                  <a:lnTo>
                    <a:pt x="617042" y="113195"/>
                  </a:lnTo>
                  <a:lnTo>
                    <a:pt x="511644" y="167373"/>
                  </a:lnTo>
                  <a:lnTo>
                    <a:pt x="633412" y="404444"/>
                  </a:lnTo>
                  <a:lnTo>
                    <a:pt x="800735" y="458127"/>
                  </a:lnTo>
                  <a:lnTo>
                    <a:pt x="809523" y="458203"/>
                  </a:lnTo>
                  <a:lnTo>
                    <a:pt x="816368" y="453631"/>
                  </a:lnTo>
                  <a:lnTo>
                    <a:pt x="819772" y="4461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41287" y="4307211"/>
              <a:ext cx="144064" cy="14414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4888743" y="3869542"/>
              <a:ext cx="702945" cy="615950"/>
            </a:xfrm>
            <a:custGeom>
              <a:avLst/>
              <a:gdLst/>
              <a:ahLst/>
              <a:cxnLst/>
              <a:rect l="l" t="t" r="r" b="b"/>
              <a:pathLst>
                <a:path w="702944" h="615950">
                  <a:moveTo>
                    <a:pt x="679696" y="0"/>
                  </a:moveTo>
                  <a:lnTo>
                    <a:pt x="23140" y="0"/>
                  </a:lnTo>
                  <a:lnTo>
                    <a:pt x="14131" y="1819"/>
                  </a:lnTo>
                  <a:lnTo>
                    <a:pt x="6775" y="6781"/>
                  </a:lnTo>
                  <a:lnTo>
                    <a:pt x="1817" y="14140"/>
                  </a:lnTo>
                  <a:lnTo>
                    <a:pt x="0" y="23151"/>
                  </a:lnTo>
                  <a:lnTo>
                    <a:pt x="0" y="592348"/>
                  </a:lnTo>
                  <a:lnTo>
                    <a:pt x="1817" y="601353"/>
                  </a:lnTo>
                  <a:lnTo>
                    <a:pt x="6775" y="608709"/>
                  </a:lnTo>
                  <a:lnTo>
                    <a:pt x="14131" y="613669"/>
                  </a:lnTo>
                  <a:lnTo>
                    <a:pt x="23140" y="615489"/>
                  </a:lnTo>
                  <a:lnTo>
                    <a:pt x="679696" y="615489"/>
                  </a:lnTo>
                  <a:lnTo>
                    <a:pt x="688705" y="613669"/>
                  </a:lnTo>
                  <a:lnTo>
                    <a:pt x="696061" y="608709"/>
                  </a:lnTo>
                  <a:lnTo>
                    <a:pt x="701019" y="601353"/>
                  </a:lnTo>
                  <a:lnTo>
                    <a:pt x="702837" y="592348"/>
                  </a:lnTo>
                  <a:lnTo>
                    <a:pt x="702837" y="23151"/>
                  </a:lnTo>
                  <a:lnTo>
                    <a:pt x="701019" y="14140"/>
                  </a:lnTo>
                  <a:lnTo>
                    <a:pt x="696061" y="6781"/>
                  </a:lnTo>
                  <a:lnTo>
                    <a:pt x="688705" y="1819"/>
                  </a:lnTo>
                  <a:lnTo>
                    <a:pt x="679696" y="0"/>
                  </a:lnTo>
                  <a:close/>
                </a:path>
              </a:pathLst>
            </a:custGeom>
            <a:solidFill>
              <a:srgbClr val="F89D13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5122253" y="400732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66253" y="0"/>
                  </a:moveTo>
                  <a:lnTo>
                    <a:pt x="121619" y="0"/>
                  </a:lnTo>
                  <a:lnTo>
                    <a:pt x="78696" y="13635"/>
                  </a:lnTo>
                  <a:lnTo>
                    <a:pt x="40906" y="40906"/>
                  </a:lnTo>
                  <a:lnTo>
                    <a:pt x="13635" y="78696"/>
                  </a:lnTo>
                  <a:lnTo>
                    <a:pt x="0" y="121619"/>
                  </a:lnTo>
                  <a:lnTo>
                    <a:pt x="0" y="166253"/>
                  </a:lnTo>
                  <a:lnTo>
                    <a:pt x="13635" y="209179"/>
                  </a:lnTo>
                  <a:lnTo>
                    <a:pt x="40906" y="246973"/>
                  </a:lnTo>
                  <a:lnTo>
                    <a:pt x="78696" y="274240"/>
                  </a:lnTo>
                  <a:lnTo>
                    <a:pt x="121619" y="287873"/>
                  </a:lnTo>
                  <a:lnTo>
                    <a:pt x="166253" y="287873"/>
                  </a:lnTo>
                  <a:lnTo>
                    <a:pt x="209179" y="274240"/>
                  </a:lnTo>
                  <a:lnTo>
                    <a:pt x="246973" y="246973"/>
                  </a:lnTo>
                  <a:lnTo>
                    <a:pt x="265445" y="221369"/>
                  </a:lnTo>
                  <a:lnTo>
                    <a:pt x="143935" y="221369"/>
                  </a:lnTo>
                  <a:lnTo>
                    <a:pt x="114771" y="215705"/>
                  </a:lnTo>
                  <a:lnTo>
                    <a:pt x="89156" y="198713"/>
                  </a:lnTo>
                  <a:lnTo>
                    <a:pt x="72164" y="173103"/>
                  </a:lnTo>
                  <a:lnTo>
                    <a:pt x="66500" y="143939"/>
                  </a:lnTo>
                  <a:lnTo>
                    <a:pt x="72164" y="114772"/>
                  </a:lnTo>
                  <a:lnTo>
                    <a:pt x="89156" y="89156"/>
                  </a:lnTo>
                  <a:lnTo>
                    <a:pt x="114771" y="72164"/>
                  </a:lnTo>
                  <a:lnTo>
                    <a:pt x="143935" y="66500"/>
                  </a:lnTo>
                  <a:lnTo>
                    <a:pt x="265440" y="66500"/>
                  </a:lnTo>
                  <a:lnTo>
                    <a:pt x="246973" y="40906"/>
                  </a:lnTo>
                  <a:lnTo>
                    <a:pt x="209179" y="13635"/>
                  </a:lnTo>
                  <a:lnTo>
                    <a:pt x="166253" y="0"/>
                  </a:lnTo>
                  <a:close/>
                </a:path>
                <a:path w="288290" h="288289">
                  <a:moveTo>
                    <a:pt x="265440" y="66500"/>
                  </a:moveTo>
                  <a:lnTo>
                    <a:pt x="143935" y="66500"/>
                  </a:lnTo>
                  <a:lnTo>
                    <a:pt x="173099" y="72164"/>
                  </a:lnTo>
                  <a:lnTo>
                    <a:pt x="198713" y="89156"/>
                  </a:lnTo>
                  <a:lnTo>
                    <a:pt x="215705" y="114772"/>
                  </a:lnTo>
                  <a:lnTo>
                    <a:pt x="221369" y="143939"/>
                  </a:lnTo>
                  <a:lnTo>
                    <a:pt x="215705" y="173103"/>
                  </a:lnTo>
                  <a:lnTo>
                    <a:pt x="198713" y="198713"/>
                  </a:lnTo>
                  <a:lnTo>
                    <a:pt x="173099" y="215705"/>
                  </a:lnTo>
                  <a:lnTo>
                    <a:pt x="143935" y="221369"/>
                  </a:lnTo>
                  <a:lnTo>
                    <a:pt x="265445" y="221369"/>
                  </a:lnTo>
                  <a:lnTo>
                    <a:pt x="274240" y="209179"/>
                  </a:lnTo>
                  <a:lnTo>
                    <a:pt x="287873" y="166253"/>
                  </a:lnTo>
                  <a:lnTo>
                    <a:pt x="287873" y="121619"/>
                  </a:lnTo>
                  <a:lnTo>
                    <a:pt x="274240" y="78696"/>
                  </a:lnTo>
                  <a:lnTo>
                    <a:pt x="265440" y="66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068492" y="4196050"/>
              <a:ext cx="152906" cy="15291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2218555" y="2698171"/>
              <a:ext cx="786765" cy="1236980"/>
            </a:xfrm>
            <a:custGeom>
              <a:avLst/>
              <a:gdLst/>
              <a:ahLst/>
              <a:cxnLst/>
              <a:rect l="l" t="t" r="r" b="b"/>
              <a:pathLst>
                <a:path w="786765" h="1236979">
                  <a:moveTo>
                    <a:pt x="786434" y="299377"/>
                  </a:moveTo>
                  <a:lnTo>
                    <a:pt x="782459" y="246443"/>
                  </a:lnTo>
                  <a:lnTo>
                    <a:pt x="774814" y="200736"/>
                  </a:lnTo>
                  <a:lnTo>
                    <a:pt x="764667" y="166154"/>
                  </a:lnTo>
                  <a:lnTo>
                    <a:pt x="753148" y="146659"/>
                  </a:lnTo>
                  <a:lnTo>
                    <a:pt x="722922" y="205892"/>
                  </a:lnTo>
                  <a:lnTo>
                    <a:pt x="706132" y="271437"/>
                  </a:lnTo>
                  <a:lnTo>
                    <a:pt x="702729" y="242646"/>
                  </a:lnTo>
                  <a:lnTo>
                    <a:pt x="693585" y="194144"/>
                  </a:lnTo>
                  <a:lnTo>
                    <a:pt x="681151" y="149174"/>
                  </a:lnTo>
                  <a:lnTo>
                    <a:pt x="665200" y="108305"/>
                  </a:lnTo>
                  <a:lnTo>
                    <a:pt x="645502" y="72136"/>
                  </a:lnTo>
                  <a:lnTo>
                    <a:pt x="559955" y="14681"/>
                  </a:lnTo>
                  <a:lnTo>
                    <a:pt x="499757" y="0"/>
                  </a:lnTo>
                  <a:lnTo>
                    <a:pt x="436372" y="32118"/>
                  </a:lnTo>
                  <a:lnTo>
                    <a:pt x="341274" y="115049"/>
                  </a:lnTo>
                  <a:lnTo>
                    <a:pt x="313448" y="145656"/>
                  </a:lnTo>
                  <a:lnTo>
                    <a:pt x="293001" y="179438"/>
                  </a:lnTo>
                  <a:lnTo>
                    <a:pt x="278409" y="216700"/>
                  </a:lnTo>
                  <a:lnTo>
                    <a:pt x="268198" y="257759"/>
                  </a:lnTo>
                  <a:lnTo>
                    <a:pt x="260845" y="302945"/>
                  </a:lnTo>
                  <a:lnTo>
                    <a:pt x="254876" y="352552"/>
                  </a:lnTo>
                  <a:lnTo>
                    <a:pt x="248793" y="406920"/>
                  </a:lnTo>
                  <a:lnTo>
                    <a:pt x="241084" y="466369"/>
                  </a:lnTo>
                  <a:lnTo>
                    <a:pt x="230251" y="531190"/>
                  </a:lnTo>
                  <a:lnTo>
                    <a:pt x="214591" y="557110"/>
                  </a:lnTo>
                  <a:lnTo>
                    <a:pt x="183769" y="579767"/>
                  </a:lnTo>
                  <a:lnTo>
                    <a:pt x="145326" y="604253"/>
                  </a:lnTo>
                  <a:lnTo>
                    <a:pt x="106781" y="635596"/>
                  </a:lnTo>
                  <a:lnTo>
                    <a:pt x="75704" y="678878"/>
                  </a:lnTo>
                  <a:lnTo>
                    <a:pt x="66789" y="720763"/>
                  </a:lnTo>
                  <a:lnTo>
                    <a:pt x="64947" y="775182"/>
                  </a:lnTo>
                  <a:lnTo>
                    <a:pt x="62611" y="827341"/>
                  </a:lnTo>
                  <a:lnTo>
                    <a:pt x="52222" y="862418"/>
                  </a:lnTo>
                  <a:lnTo>
                    <a:pt x="22161" y="910043"/>
                  </a:lnTo>
                  <a:lnTo>
                    <a:pt x="5219" y="957465"/>
                  </a:lnTo>
                  <a:lnTo>
                    <a:pt x="0" y="1003503"/>
                  </a:lnTo>
                  <a:lnTo>
                    <a:pt x="5092" y="1047013"/>
                  </a:lnTo>
                  <a:lnTo>
                    <a:pt x="19075" y="1086840"/>
                  </a:lnTo>
                  <a:lnTo>
                    <a:pt x="40563" y="1121829"/>
                  </a:lnTo>
                  <a:lnTo>
                    <a:pt x="68135" y="1150810"/>
                  </a:lnTo>
                  <a:lnTo>
                    <a:pt x="100393" y="1172654"/>
                  </a:lnTo>
                  <a:lnTo>
                    <a:pt x="164909" y="1202918"/>
                  </a:lnTo>
                  <a:lnTo>
                    <a:pt x="222567" y="1223073"/>
                  </a:lnTo>
                  <a:lnTo>
                    <a:pt x="273926" y="1234097"/>
                  </a:lnTo>
                  <a:lnTo>
                    <a:pt x="319493" y="1236980"/>
                  </a:lnTo>
                  <a:lnTo>
                    <a:pt x="359841" y="1232725"/>
                  </a:lnTo>
                  <a:lnTo>
                    <a:pt x="426948" y="1206754"/>
                  </a:lnTo>
                  <a:lnTo>
                    <a:pt x="479526" y="1164145"/>
                  </a:lnTo>
                  <a:lnTo>
                    <a:pt x="521893" y="1112812"/>
                  </a:lnTo>
                  <a:lnTo>
                    <a:pt x="558317" y="1060716"/>
                  </a:lnTo>
                  <a:lnTo>
                    <a:pt x="575652" y="1036866"/>
                  </a:lnTo>
                  <a:lnTo>
                    <a:pt x="600049" y="993381"/>
                  </a:lnTo>
                  <a:lnTo>
                    <a:pt x="625881" y="926401"/>
                  </a:lnTo>
                  <a:lnTo>
                    <a:pt x="638759" y="885558"/>
                  </a:lnTo>
                  <a:lnTo>
                    <a:pt x="651319" y="840613"/>
                  </a:lnTo>
                  <a:lnTo>
                    <a:pt x="663321" y="792137"/>
                  </a:lnTo>
                  <a:lnTo>
                    <a:pt x="674547" y="740714"/>
                  </a:lnTo>
                  <a:lnTo>
                    <a:pt x="684758" y="686955"/>
                  </a:lnTo>
                  <a:lnTo>
                    <a:pt x="693737" y="631418"/>
                  </a:lnTo>
                  <a:lnTo>
                    <a:pt x="701243" y="574713"/>
                  </a:lnTo>
                  <a:lnTo>
                    <a:pt x="701662" y="570534"/>
                  </a:lnTo>
                  <a:lnTo>
                    <a:pt x="717651" y="561200"/>
                  </a:lnTo>
                  <a:lnTo>
                    <a:pt x="739724" y="526186"/>
                  </a:lnTo>
                  <a:lnTo>
                    <a:pt x="765048" y="462026"/>
                  </a:lnTo>
                  <a:lnTo>
                    <a:pt x="778878" y="411099"/>
                  </a:lnTo>
                  <a:lnTo>
                    <a:pt x="785622" y="355574"/>
                  </a:lnTo>
                  <a:lnTo>
                    <a:pt x="786434" y="299377"/>
                  </a:lnTo>
                  <a:close/>
                </a:path>
              </a:pathLst>
            </a:custGeom>
            <a:solidFill>
              <a:srgbClr val="0F335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12636233" y="2839853"/>
              <a:ext cx="321945" cy="719455"/>
            </a:xfrm>
            <a:custGeom>
              <a:avLst/>
              <a:gdLst/>
              <a:ahLst/>
              <a:cxnLst/>
              <a:rect l="l" t="t" r="r" b="b"/>
              <a:pathLst>
                <a:path w="321945" h="719454">
                  <a:moveTo>
                    <a:pt x="321665" y="165125"/>
                  </a:moveTo>
                  <a:lnTo>
                    <a:pt x="315163" y="120611"/>
                  </a:lnTo>
                  <a:lnTo>
                    <a:pt x="298272" y="80784"/>
                  </a:lnTo>
                  <a:lnTo>
                    <a:pt x="272554" y="47244"/>
                  </a:lnTo>
                  <a:lnTo>
                    <a:pt x="239560" y="21539"/>
                  </a:lnTo>
                  <a:lnTo>
                    <a:pt x="200850" y="5270"/>
                  </a:lnTo>
                  <a:lnTo>
                    <a:pt x="157988" y="0"/>
                  </a:lnTo>
                  <a:lnTo>
                    <a:pt x="115341" y="6731"/>
                  </a:lnTo>
                  <a:lnTo>
                    <a:pt x="77203" y="24295"/>
                  </a:lnTo>
                  <a:lnTo>
                    <a:pt x="45097" y="51104"/>
                  </a:lnTo>
                  <a:lnTo>
                    <a:pt x="20523" y="85496"/>
                  </a:lnTo>
                  <a:lnTo>
                    <a:pt x="4991" y="125869"/>
                  </a:lnTo>
                  <a:lnTo>
                    <a:pt x="0" y="170586"/>
                  </a:lnTo>
                  <a:lnTo>
                    <a:pt x="2489" y="317601"/>
                  </a:lnTo>
                  <a:lnTo>
                    <a:pt x="8394" y="363601"/>
                  </a:lnTo>
                  <a:lnTo>
                    <a:pt x="12458" y="374942"/>
                  </a:lnTo>
                  <a:lnTo>
                    <a:pt x="12458" y="669264"/>
                  </a:lnTo>
                  <a:lnTo>
                    <a:pt x="37299" y="698055"/>
                  </a:lnTo>
                  <a:lnTo>
                    <a:pt x="56311" y="712825"/>
                  </a:lnTo>
                  <a:lnTo>
                    <a:pt x="79133" y="718273"/>
                  </a:lnTo>
                  <a:lnTo>
                    <a:pt x="115443" y="719048"/>
                  </a:lnTo>
                  <a:lnTo>
                    <a:pt x="158229" y="711276"/>
                  </a:lnTo>
                  <a:lnTo>
                    <a:pt x="192214" y="694156"/>
                  </a:lnTo>
                  <a:lnTo>
                    <a:pt x="214642" y="677049"/>
                  </a:lnTo>
                  <a:lnTo>
                    <a:pt x="222732" y="669264"/>
                  </a:lnTo>
                  <a:lnTo>
                    <a:pt x="222732" y="488213"/>
                  </a:lnTo>
                  <a:lnTo>
                    <a:pt x="250164" y="472897"/>
                  </a:lnTo>
                  <a:lnTo>
                    <a:pt x="280619" y="441248"/>
                  </a:lnTo>
                  <a:lnTo>
                    <a:pt x="302793" y="402031"/>
                  </a:lnTo>
                  <a:lnTo>
                    <a:pt x="316166" y="357949"/>
                  </a:lnTo>
                  <a:lnTo>
                    <a:pt x="320217" y="311746"/>
                  </a:lnTo>
                  <a:lnTo>
                    <a:pt x="321665" y="165125"/>
                  </a:lnTo>
                  <a:close/>
                </a:path>
              </a:pathLst>
            </a:custGeom>
            <a:solidFill>
              <a:srgbClr val="FE7D6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82119" y="3053142"/>
              <a:ext cx="88424" cy="10386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2423038" y="2748654"/>
              <a:ext cx="577215" cy="529590"/>
            </a:xfrm>
            <a:custGeom>
              <a:avLst/>
              <a:gdLst/>
              <a:ahLst/>
              <a:cxnLst/>
              <a:rect l="l" t="t" r="r" b="b"/>
              <a:pathLst>
                <a:path w="577215" h="529589">
                  <a:moveTo>
                    <a:pt x="148310" y="68148"/>
                  </a:moveTo>
                  <a:lnTo>
                    <a:pt x="107391" y="93395"/>
                  </a:lnTo>
                  <a:lnTo>
                    <a:pt x="77241" y="127571"/>
                  </a:lnTo>
                  <a:lnTo>
                    <a:pt x="46418" y="176352"/>
                  </a:lnTo>
                  <a:lnTo>
                    <a:pt x="18859" y="244944"/>
                  </a:lnTo>
                  <a:lnTo>
                    <a:pt x="8356" y="288620"/>
                  </a:lnTo>
                  <a:lnTo>
                    <a:pt x="1663" y="338747"/>
                  </a:lnTo>
                  <a:lnTo>
                    <a:pt x="0" y="395503"/>
                  </a:lnTo>
                  <a:lnTo>
                    <a:pt x="4572" y="459041"/>
                  </a:lnTo>
                  <a:lnTo>
                    <a:pt x="16598" y="529513"/>
                  </a:lnTo>
                  <a:lnTo>
                    <a:pt x="21158" y="528510"/>
                  </a:lnTo>
                  <a:lnTo>
                    <a:pt x="9207" y="458609"/>
                  </a:lnTo>
                  <a:lnTo>
                    <a:pt x="4660" y="395617"/>
                  </a:lnTo>
                  <a:lnTo>
                    <a:pt x="6286" y="339356"/>
                  </a:lnTo>
                  <a:lnTo>
                    <a:pt x="12890" y="289687"/>
                  </a:lnTo>
                  <a:lnTo>
                    <a:pt x="23279" y="246418"/>
                  </a:lnTo>
                  <a:lnTo>
                    <a:pt x="36233" y="209410"/>
                  </a:lnTo>
                  <a:lnTo>
                    <a:pt x="81089" y="130327"/>
                  </a:lnTo>
                  <a:lnTo>
                    <a:pt x="110909" y="96659"/>
                  </a:lnTo>
                  <a:lnTo>
                    <a:pt x="135001" y="76327"/>
                  </a:lnTo>
                  <a:lnTo>
                    <a:pt x="148310" y="68148"/>
                  </a:lnTo>
                  <a:close/>
                </a:path>
                <a:path w="577215" h="529589">
                  <a:moveTo>
                    <a:pt x="576846" y="202526"/>
                  </a:moveTo>
                  <a:lnTo>
                    <a:pt x="565226" y="126530"/>
                  </a:lnTo>
                  <a:lnTo>
                    <a:pt x="533781" y="42608"/>
                  </a:lnTo>
                  <a:lnTo>
                    <a:pt x="510362" y="3708"/>
                  </a:lnTo>
                  <a:lnTo>
                    <a:pt x="483323" y="0"/>
                  </a:lnTo>
                  <a:lnTo>
                    <a:pt x="441020" y="21653"/>
                  </a:lnTo>
                  <a:lnTo>
                    <a:pt x="454101" y="87820"/>
                  </a:lnTo>
                  <a:lnTo>
                    <a:pt x="433146" y="71399"/>
                  </a:lnTo>
                  <a:lnTo>
                    <a:pt x="404723" y="64249"/>
                  </a:lnTo>
                  <a:lnTo>
                    <a:pt x="370776" y="65176"/>
                  </a:lnTo>
                  <a:lnTo>
                    <a:pt x="333108" y="72885"/>
                  </a:lnTo>
                  <a:lnTo>
                    <a:pt x="293497" y="86080"/>
                  </a:lnTo>
                  <a:lnTo>
                    <a:pt x="253746" y="103492"/>
                  </a:lnTo>
                  <a:lnTo>
                    <a:pt x="215658" y="123837"/>
                  </a:lnTo>
                  <a:lnTo>
                    <a:pt x="181038" y="145808"/>
                  </a:lnTo>
                  <a:lnTo>
                    <a:pt x="140627" y="180441"/>
                  </a:lnTo>
                  <a:lnTo>
                    <a:pt x="112141" y="218135"/>
                  </a:lnTo>
                  <a:lnTo>
                    <a:pt x="96291" y="255333"/>
                  </a:lnTo>
                  <a:lnTo>
                    <a:pt x="93764" y="288467"/>
                  </a:lnTo>
                  <a:lnTo>
                    <a:pt x="105283" y="313994"/>
                  </a:lnTo>
                  <a:lnTo>
                    <a:pt x="131559" y="328358"/>
                  </a:lnTo>
                  <a:lnTo>
                    <a:pt x="173278" y="328028"/>
                  </a:lnTo>
                  <a:lnTo>
                    <a:pt x="233667" y="309714"/>
                  </a:lnTo>
                  <a:lnTo>
                    <a:pt x="278307" y="281851"/>
                  </a:lnTo>
                  <a:lnTo>
                    <a:pt x="311073" y="247840"/>
                  </a:lnTo>
                  <a:lnTo>
                    <a:pt x="335838" y="211035"/>
                  </a:lnTo>
                  <a:lnTo>
                    <a:pt x="356489" y="174840"/>
                  </a:lnTo>
                  <a:lnTo>
                    <a:pt x="376847" y="141909"/>
                  </a:lnTo>
                  <a:lnTo>
                    <a:pt x="395173" y="128778"/>
                  </a:lnTo>
                  <a:lnTo>
                    <a:pt x="421843" y="133502"/>
                  </a:lnTo>
                  <a:lnTo>
                    <a:pt x="467233" y="154139"/>
                  </a:lnTo>
                  <a:lnTo>
                    <a:pt x="473392" y="155155"/>
                  </a:lnTo>
                  <a:lnTo>
                    <a:pt x="516915" y="182079"/>
                  </a:lnTo>
                  <a:lnTo>
                    <a:pt x="536206" y="235013"/>
                  </a:lnTo>
                  <a:lnTo>
                    <a:pt x="537159" y="266954"/>
                  </a:lnTo>
                  <a:lnTo>
                    <a:pt x="534517" y="319747"/>
                  </a:lnTo>
                  <a:lnTo>
                    <a:pt x="544791" y="304825"/>
                  </a:lnTo>
                  <a:lnTo>
                    <a:pt x="564476" y="263855"/>
                  </a:lnTo>
                  <a:lnTo>
                    <a:pt x="576846" y="202526"/>
                  </a:lnTo>
                  <a:close/>
                </a:path>
              </a:pathLst>
            </a:custGeom>
            <a:solidFill>
              <a:srgbClr val="0F335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14443786" y="7079837"/>
              <a:ext cx="520700" cy="298450"/>
            </a:xfrm>
            <a:custGeom>
              <a:avLst/>
              <a:gdLst/>
              <a:ahLst/>
              <a:cxnLst/>
              <a:rect l="l" t="t" r="r" b="b"/>
              <a:pathLst>
                <a:path w="520700" h="298450">
                  <a:moveTo>
                    <a:pt x="243825" y="0"/>
                  </a:moveTo>
                  <a:lnTo>
                    <a:pt x="0" y="105598"/>
                  </a:lnTo>
                  <a:lnTo>
                    <a:pt x="14921" y="130666"/>
                  </a:lnTo>
                  <a:lnTo>
                    <a:pt x="264525" y="247883"/>
                  </a:lnTo>
                  <a:lnTo>
                    <a:pt x="400407" y="297968"/>
                  </a:lnTo>
                  <a:lnTo>
                    <a:pt x="469979" y="290833"/>
                  </a:lnTo>
                  <a:lnTo>
                    <a:pt x="520654" y="236390"/>
                  </a:lnTo>
                  <a:lnTo>
                    <a:pt x="509478" y="157383"/>
                  </a:lnTo>
                  <a:lnTo>
                    <a:pt x="410754" y="80798"/>
                  </a:lnTo>
                  <a:lnTo>
                    <a:pt x="297772" y="22912"/>
                  </a:lnTo>
                  <a:lnTo>
                    <a:pt x="243825" y="0"/>
                  </a:lnTo>
                  <a:close/>
                </a:path>
              </a:pathLst>
            </a:custGeom>
            <a:solidFill>
              <a:srgbClr val="184785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14265917" y="6706410"/>
              <a:ext cx="605155" cy="595630"/>
            </a:xfrm>
            <a:custGeom>
              <a:avLst/>
              <a:gdLst/>
              <a:ahLst/>
              <a:cxnLst/>
              <a:rect l="l" t="t" r="r" b="b"/>
              <a:pathLst>
                <a:path w="605155" h="595629">
                  <a:moveTo>
                    <a:pt x="211899" y="0"/>
                  </a:moveTo>
                  <a:lnTo>
                    <a:pt x="0" y="128969"/>
                  </a:lnTo>
                  <a:lnTo>
                    <a:pt x="177868" y="479022"/>
                  </a:lnTo>
                  <a:lnTo>
                    <a:pt x="398319" y="561178"/>
                  </a:lnTo>
                  <a:lnTo>
                    <a:pt x="516284" y="595230"/>
                  </a:lnTo>
                  <a:lnTo>
                    <a:pt x="571793" y="587177"/>
                  </a:lnTo>
                  <a:lnTo>
                    <a:pt x="604882" y="543020"/>
                  </a:lnTo>
                  <a:lnTo>
                    <a:pt x="575842" y="473097"/>
                  </a:lnTo>
                  <a:lnTo>
                    <a:pt x="466167" y="397541"/>
                  </a:lnTo>
                  <a:lnTo>
                    <a:pt x="347687" y="337038"/>
                  </a:lnTo>
                  <a:lnTo>
                    <a:pt x="292231" y="312273"/>
                  </a:lnTo>
                  <a:lnTo>
                    <a:pt x="211899" y="0"/>
                  </a:lnTo>
                  <a:close/>
                </a:path>
              </a:pathLst>
            </a:custGeom>
            <a:solidFill>
              <a:srgbClr val="FE7D6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13463663" y="5981919"/>
              <a:ext cx="224154" cy="523875"/>
            </a:xfrm>
            <a:custGeom>
              <a:avLst/>
              <a:gdLst/>
              <a:ahLst/>
              <a:cxnLst/>
              <a:rect l="l" t="t" r="r" b="b"/>
              <a:pathLst>
                <a:path w="224155" h="523875">
                  <a:moveTo>
                    <a:pt x="15622" y="0"/>
                  </a:moveTo>
                  <a:lnTo>
                    <a:pt x="0" y="24637"/>
                  </a:lnTo>
                  <a:lnTo>
                    <a:pt x="8204" y="300269"/>
                  </a:lnTo>
                  <a:lnTo>
                    <a:pt x="24916" y="444119"/>
                  </a:lnTo>
                  <a:lnTo>
                    <a:pt x="62716" y="502963"/>
                  </a:lnTo>
                  <a:lnTo>
                    <a:pt x="134184" y="523575"/>
                  </a:lnTo>
                  <a:lnTo>
                    <a:pt x="199620" y="477907"/>
                  </a:lnTo>
                  <a:lnTo>
                    <a:pt x="223336" y="355231"/>
                  </a:lnTo>
                  <a:lnTo>
                    <a:pt x="223928" y="228285"/>
                  </a:lnTo>
                  <a:lnTo>
                    <a:pt x="219993" y="169806"/>
                  </a:lnTo>
                  <a:lnTo>
                    <a:pt x="15622" y="0"/>
                  </a:lnTo>
                  <a:close/>
                </a:path>
              </a:pathLst>
            </a:custGeom>
            <a:solidFill>
              <a:srgbClr val="184785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13479289" y="5665079"/>
              <a:ext cx="443230" cy="727075"/>
            </a:xfrm>
            <a:custGeom>
              <a:avLst/>
              <a:gdLst/>
              <a:ahLst/>
              <a:cxnLst/>
              <a:rect l="l" t="t" r="r" b="b"/>
              <a:pathLst>
                <a:path w="443230" h="727075">
                  <a:moveTo>
                    <a:pt x="231919" y="0"/>
                  </a:moveTo>
                  <a:lnTo>
                    <a:pt x="0" y="316838"/>
                  </a:lnTo>
                  <a:lnTo>
                    <a:pt x="26312" y="550626"/>
                  </a:lnTo>
                  <a:lnTo>
                    <a:pt x="49232" y="671249"/>
                  </a:lnTo>
                  <a:lnTo>
                    <a:pt x="81496" y="717129"/>
                  </a:lnTo>
                  <a:lnTo>
                    <a:pt x="135838" y="726689"/>
                  </a:lnTo>
                  <a:lnTo>
                    <a:pt x="185099" y="669193"/>
                  </a:lnTo>
                  <a:lnTo>
                    <a:pt x="202948" y="537217"/>
                  </a:lnTo>
                  <a:lnTo>
                    <a:pt x="203388" y="404188"/>
                  </a:lnTo>
                  <a:lnTo>
                    <a:pt x="200423" y="343528"/>
                  </a:lnTo>
                  <a:lnTo>
                    <a:pt x="442709" y="130770"/>
                  </a:lnTo>
                  <a:lnTo>
                    <a:pt x="231919" y="0"/>
                  </a:lnTo>
                  <a:close/>
                </a:path>
              </a:pathLst>
            </a:custGeom>
            <a:solidFill>
              <a:srgbClr val="FE7D6B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12704558" y="4289380"/>
              <a:ext cx="1917700" cy="1663064"/>
            </a:xfrm>
            <a:custGeom>
              <a:avLst/>
              <a:gdLst/>
              <a:ahLst/>
              <a:cxnLst/>
              <a:rect l="l" t="t" r="r" b="b"/>
              <a:pathLst>
                <a:path w="1917700" h="1663064">
                  <a:moveTo>
                    <a:pt x="1356397" y="0"/>
                  </a:moveTo>
                  <a:lnTo>
                    <a:pt x="1059226" y="159222"/>
                  </a:lnTo>
                  <a:lnTo>
                    <a:pt x="556454" y="519099"/>
                  </a:lnTo>
                  <a:lnTo>
                    <a:pt x="524884" y="524900"/>
                  </a:lnTo>
                  <a:lnTo>
                    <a:pt x="75484" y="456462"/>
                  </a:lnTo>
                  <a:lnTo>
                    <a:pt x="0" y="1170775"/>
                  </a:lnTo>
                  <a:lnTo>
                    <a:pt x="1048931" y="942604"/>
                  </a:lnTo>
                  <a:lnTo>
                    <a:pt x="922924" y="1433333"/>
                  </a:lnTo>
                  <a:lnTo>
                    <a:pt x="1259479" y="1662467"/>
                  </a:lnTo>
                  <a:lnTo>
                    <a:pt x="1411066" y="1468916"/>
                  </a:lnTo>
                  <a:lnTo>
                    <a:pt x="1708789" y="1019640"/>
                  </a:lnTo>
                  <a:lnTo>
                    <a:pt x="1917094" y="511702"/>
                  </a:lnTo>
                  <a:lnTo>
                    <a:pt x="1800426" y="142168"/>
                  </a:lnTo>
                  <a:lnTo>
                    <a:pt x="1564589" y="6094"/>
                  </a:lnTo>
                  <a:lnTo>
                    <a:pt x="1356397" y="0"/>
                  </a:lnTo>
                  <a:close/>
                </a:path>
              </a:pathLst>
            </a:custGeom>
            <a:solidFill>
              <a:srgbClr val="1E2633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36065" y="1943331"/>
              <a:ext cx="4117363" cy="501018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4458703" y="7210503"/>
              <a:ext cx="92710" cy="76200"/>
            </a:xfrm>
            <a:custGeom>
              <a:avLst/>
              <a:gdLst/>
              <a:ahLst/>
              <a:cxnLst/>
              <a:rect l="l" t="t" r="r" b="b"/>
              <a:pathLst>
                <a:path w="92709" h="76200">
                  <a:moveTo>
                    <a:pt x="0" y="0"/>
                  </a:moveTo>
                  <a:lnTo>
                    <a:pt x="41558" y="75903"/>
                  </a:lnTo>
                  <a:lnTo>
                    <a:pt x="92562" y="69861"/>
                  </a:lnTo>
                  <a:lnTo>
                    <a:pt x="78364" y="23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4785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795581" y="5164191"/>
              <a:ext cx="3584384" cy="522066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072366" y="3723631"/>
              <a:ext cx="206423" cy="12522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7993373" y="3460679"/>
              <a:ext cx="537210" cy="366395"/>
            </a:xfrm>
            <a:custGeom>
              <a:avLst/>
              <a:gdLst/>
              <a:ahLst/>
              <a:cxnLst/>
              <a:rect l="l" t="t" r="r" b="b"/>
              <a:pathLst>
                <a:path w="537209" h="366395">
                  <a:moveTo>
                    <a:pt x="369735" y="354520"/>
                  </a:moveTo>
                  <a:lnTo>
                    <a:pt x="349173" y="303161"/>
                  </a:lnTo>
                  <a:lnTo>
                    <a:pt x="322719" y="263664"/>
                  </a:lnTo>
                  <a:lnTo>
                    <a:pt x="289039" y="230085"/>
                  </a:lnTo>
                  <a:lnTo>
                    <a:pt x="248843" y="203327"/>
                  </a:lnTo>
                  <a:lnTo>
                    <a:pt x="204203" y="184810"/>
                  </a:lnTo>
                  <a:lnTo>
                    <a:pt x="157543" y="175501"/>
                  </a:lnTo>
                  <a:lnTo>
                    <a:pt x="110007" y="175501"/>
                  </a:lnTo>
                  <a:lnTo>
                    <a:pt x="62725" y="184950"/>
                  </a:lnTo>
                  <a:lnTo>
                    <a:pt x="55918" y="187020"/>
                  </a:lnTo>
                  <a:lnTo>
                    <a:pt x="52070" y="194233"/>
                  </a:lnTo>
                  <a:lnTo>
                    <a:pt x="55181" y="204444"/>
                  </a:lnTo>
                  <a:lnTo>
                    <a:pt x="70231" y="209626"/>
                  </a:lnTo>
                  <a:lnTo>
                    <a:pt x="112509" y="201180"/>
                  </a:lnTo>
                  <a:lnTo>
                    <a:pt x="155028" y="201168"/>
                  </a:lnTo>
                  <a:lnTo>
                    <a:pt x="196761" y="209499"/>
                  </a:lnTo>
                  <a:lnTo>
                    <a:pt x="236689" y="226072"/>
                  </a:lnTo>
                  <a:lnTo>
                    <a:pt x="272656" y="250012"/>
                  </a:lnTo>
                  <a:lnTo>
                    <a:pt x="302793" y="280060"/>
                  </a:lnTo>
                  <a:lnTo>
                    <a:pt x="326453" y="315391"/>
                  </a:lnTo>
                  <a:lnTo>
                    <a:pt x="342988" y="355231"/>
                  </a:lnTo>
                  <a:lnTo>
                    <a:pt x="345084" y="362038"/>
                  </a:lnTo>
                  <a:lnTo>
                    <a:pt x="352285" y="365874"/>
                  </a:lnTo>
                  <a:lnTo>
                    <a:pt x="365899" y="361721"/>
                  </a:lnTo>
                  <a:lnTo>
                    <a:pt x="369735" y="354520"/>
                  </a:lnTo>
                  <a:close/>
                </a:path>
                <a:path w="537209" h="366395">
                  <a:moveTo>
                    <a:pt x="458279" y="328307"/>
                  </a:moveTo>
                  <a:lnTo>
                    <a:pt x="436537" y="271284"/>
                  </a:lnTo>
                  <a:lnTo>
                    <a:pt x="409917" y="225971"/>
                  </a:lnTo>
                  <a:lnTo>
                    <a:pt x="376656" y="185559"/>
                  </a:lnTo>
                  <a:lnTo>
                    <a:pt x="337273" y="150685"/>
                  </a:lnTo>
                  <a:lnTo>
                    <a:pt x="292277" y="121970"/>
                  </a:lnTo>
                  <a:lnTo>
                    <a:pt x="243357" y="100545"/>
                  </a:lnTo>
                  <a:lnTo>
                    <a:pt x="192455" y="87210"/>
                  </a:lnTo>
                  <a:lnTo>
                    <a:pt x="140373" y="82054"/>
                  </a:lnTo>
                  <a:lnTo>
                    <a:pt x="87922" y="85153"/>
                  </a:lnTo>
                  <a:lnTo>
                    <a:pt x="35890" y="96570"/>
                  </a:lnTo>
                  <a:lnTo>
                    <a:pt x="28448" y="98831"/>
                  </a:lnTo>
                  <a:lnTo>
                    <a:pt x="24269" y="106680"/>
                  </a:lnTo>
                  <a:lnTo>
                    <a:pt x="27635" y="117817"/>
                  </a:lnTo>
                  <a:lnTo>
                    <a:pt x="44030" y="123469"/>
                  </a:lnTo>
                  <a:lnTo>
                    <a:pt x="91719" y="113004"/>
                  </a:lnTo>
                  <a:lnTo>
                    <a:pt x="139801" y="110172"/>
                  </a:lnTo>
                  <a:lnTo>
                    <a:pt x="187540" y="114909"/>
                  </a:lnTo>
                  <a:lnTo>
                    <a:pt x="234200" y="127127"/>
                  </a:lnTo>
                  <a:lnTo>
                    <a:pt x="279031" y="146773"/>
                  </a:lnTo>
                  <a:lnTo>
                    <a:pt x="320281" y="173101"/>
                  </a:lnTo>
                  <a:lnTo>
                    <a:pt x="356387" y="205054"/>
                  </a:lnTo>
                  <a:lnTo>
                    <a:pt x="386880" y="242100"/>
                  </a:lnTo>
                  <a:lnTo>
                    <a:pt x="411289" y="283629"/>
                  </a:lnTo>
                  <a:lnTo>
                    <a:pt x="429133" y="329095"/>
                  </a:lnTo>
                  <a:lnTo>
                    <a:pt x="431393" y="336511"/>
                  </a:lnTo>
                  <a:lnTo>
                    <a:pt x="439242" y="340690"/>
                  </a:lnTo>
                  <a:lnTo>
                    <a:pt x="454101" y="336169"/>
                  </a:lnTo>
                  <a:lnTo>
                    <a:pt x="458279" y="328307"/>
                  </a:lnTo>
                  <a:close/>
                </a:path>
                <a:path w="537209" h="366395">
                  <a:moveTo>
                    <a:pt x="537057" y="304622"/>
                  </a:moveTo>
                  <a:lnTo>
                    <a:pt x="518401" y="252361"/>
                  </a:lnTo>
                  <a:lnTo>
                    <a:pt x="497420" y="210362"/>
                  </a:lnTo>
                  <a:lnTo>
                    <a:pt x="472033" y="171246"/>
                  </a:lnTo>
                  <a:lnTo>
                    <a:pt x="442468" y="135305"/>
                  </a:lnTo>
                  <a:lnTo>
                    <a:pt x="408952" y="102819"/>
                  </a:lnTo>
                  <a:lnTo>
                    <a:pt x="371741" y="74079"/>
                  </a:lnTo>
                  <a:lnTo>
                    <a:pt x="331050" y="49352"/>
                  </a:lnTo>
                  <a:lnTo>
                    <a:pt x="287845" y="29286"/>
                  </a:lnTo>
                  <a:lnTo>
                    <a:pt x="243255" y="14338"/>
                  </a:lnTo>
                  <a:lnTo>
                    <a:pt x="197612" y="4572"/>
                  </a:lnTo>
                  <a:lnTo>
                    <a:pt x="151295" y="0"/>
                  </a:lnTo>
                  <a:lnTo>
                    <a:pt x="104673" y="660"/>
                  </a:lnTo>
                  <a:lnTo>
                    <a:pt x="58102" y="6604"/>
                  </a:lnTo>
                  <a:lnTo>
                    <a:pt x="11963" y="17856"/>
                  </a:lnTo>
                  <a:lnTo>
                    <a:pt x="4318" y="20180"/>
                  </a:lnTo>
                  <a:lnTo>
                    <a:pt x="0" y="28270"/>
                  </a:lnTo>
                  <a:lnTo>
                    <a:pt x="4635" y="43561"/>
                  </a:lnTo>
                  <a:lnTo>
                    <a:pt x="12725" y="47879"/>
                  </a:lnTo>
                  <a:lnTo>
                    <a:pt x="20370" y="45554"/>
                  </a:lnTo>
                  <a:lnTo>
                    <a:pt x="70535" y="33820"/>
                  </a:lnTo>
                  <a:lnTo>
                    <a:pt x="121158" y="28790"/>
                  </a:lnTo>
                  <a:lnTo>
                    <a:pt x="171691" y="30441"/>
                  </a:lnTo>
                  <a:lnTo>
                    <a:pt x="221602" y="38709"/>
                  </a:lnTo>
                  <a:lnTo>
                    <a:pt x="270357" y="53543"/>
                  </a:lnTo>
                  <a:lnTo>
                    <a:pt x="317411" y="74879"/>
                  </a:lnTo>
                  <a:lnTo>
                    <a:pt x="361302" y="102108"/>
                  </a:lnTo>
                  <a:lnTo>
                    <a:pt x="400748" y="134366"/>
                  </a:lnTo>
                  <a:lnTo>
                    <a:pt x="435381" y="171234"/>
                  </a:lnTo>
                  <a:lnTo>
                    <a:pt x="464870" y="212318"/>
                  </a:lnTo>
                  <a:lnTo>
                    <a:pt x="488873" y="257175"/>
                  </a:lnTo>
                  <a:lnTo>
                    <a:pt x="507047" y="305396"/>
                  </a:lnTo>
                  <a:lnTo>
                    <a:pt x="508215" y="309219"/>
                  </a:lnTo>
                  <a:lnTo>
                    <a:pt x="510806" y="312204"/>
                  </a:lnTo>
                  <a:lnTo>
                    <a:pt x="514083" y="313956"/>
                  </a:lnTo>
                  <a:lnTo>
                    <a:pt x="517347" y="315709"/>
                  </a:lnTo>
                  <a:lnTo>
                    <a:pt x="521284" y="316191"/>
                  </a:lnTo>
                  <a:lnTo>
                    <a:pt x="532752" y="312712"/>
                  </a:lnTo>
                  <a:lnTo>
                    <a:pt x="537057" y="304622"/>
                  </a:lnTo>
                  <a:close/>
                </a:path>
              </a:pathLst>
            </a:custGeom>
            <a:solidFill>
              <a:srgbClr val="5BA5F4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070759" y="3823512"/>
              <a:ext cx="112491" cy="1124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658">
              <a:srgbClr val="BDC0C3"/>
            </a:gs>
            <a:gs pos="0">
              <a:schemeClr val="bg1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Common Mistakes to Avoid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37457" y="1285080"/>
            <a:ext cx="2743200" cy="822960"/>
          </a:xfrm>
          <a:prstGeom prst="roundRect">
            <a:avLst/>
          </a:prstGeom>
          <a:solidFill>
            <a:srgbClr val="9BA8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📖 Reading From Slides</a:t>
            </a:r>
          </a:p>
          <a:p>
            <a:pPr defTabSz="457200"/>
            <a:r>
              <a:rPr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Kills connection — know your story, speak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75220" y="2126139"/>
            <a:ext cx="2743200" cy="822960"/>
          </a:xfrm>
          <a:prstGeom prst="roundRect">
            <a:avLst/>
          </a:prstGeom>
          <a:solidFill>
            <a:srgbClr val="9BA8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📉 Too Much Text or Data</a:t>
            </a:r>
          </a:p>
          <a:p>
            <a:pPr defTabSz="457200"/>
            <a:r>
              <a:rPr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Simplify! One idea per slide</a:t>
            </a:r>
          </a:p>
        </p:txBody>
      </p:sp>
      <p:sp>
        <p:nvSpPr>
          <p:cNvPr id="6" name="Down Arrow 5"/>
          <p:cNvSpPr/>
          <p:nvPr/>
        </p:nvSpPr>
        <p:spPr>
          <a:xfrm rot="-1260000">
            <a:off x="8292687" y="2811780"/>
            <a:ext cx="91440" cy="91758"/>
          </a:xfrm>
          <a:prstGeom prst="downArrow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567007" y="3108960"/>
            <a:ext cx="2743200" cy="822960"/>
          </a:xfrm>
          <a:prstGeom prst="roundRect">
            <a:avLst/>
          </a:prstGeom>
          <a:solidFill>
            <a:srgbClr val="9BA8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sz="1200" dirty="0">
                <a:solidFill>
                  <a:srgbClr val="FFFFFF"/>
                </a:solidFill>
                <a:latin typeface="Calibri"/>
              </a:rPr>
              <a:t>🎭 </a:t>
            </a:r>
            <a:r>
              <a:rPr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Overusing Jargon</a:t>
            </a:r>
          </a:p>
          <a:p>
            <a:pPr defTabSz="457200"/>
            <a:r>
              <a:rPr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Speak human. Avoid tech-overload</a:t>
            </a:r>
          </a:p>
        </p:txBody>
      </p:sp>
      <p:sp>
        <p:nvSpPr>
          <p:cNvPr id="8" name="Down Arrow 7"/>
          <p:cNvSpPr/>
          <p:nvPr/>
        </p:nvSpPr>
        <p:spPr>
          <a:xfrm rot="2820000">
            <a:off x="8338407" y="4126150"/>
            <a:ext cx="182880" cy="91440"/>
          </a:xfrm>
          <a:prstGeom prst="downArrow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302811" y="4297680"/>
            <a:ext cx="2743200" cy="822960"/>
          </a:xfrm>
          <a:prstGeom prst="roundRect">
            <a:avLst/>
          </a:prstGeom>
          <a:solidFill>
            <a:srgbClr val="9BA8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😰 Rushing or Dragging</a:t>
            </a:r>
          </a:p>
          <a:p>
            <a:pPr defTabSz="457200"/>
            <a:r>
              <a:rPr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Time yourself. Finish strong</a:t>
            </a:r>
          </a:p>
        </p:txBody>
      </p:sp>
      <p:sp>
        <p:nvSpPr>
          <p:cNvPr id="10" name="Down Arrow 9"/>
          <p:cNvSpPr/>
          <p:nvPr/>
        </p:nvSpPr>
        <p:spPr>
          <a:xfrm rot="2220000">
            <a:off x="4927836" y="5137652"/>
            <a:ext cx="182880" cy="91440"/>
          </a:xfrm>
          <a:prstGeom prst="downArrow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889760" y="5303520"/>
            <a:ext cx="2743200" cy="822960"/>
          </a:xfrm>
          <a:prstGeom prst="roundRect">
            <a:avLst/>
          </a:prstGeom>
          <a:solidFill>
            <a:srgbClr val="9BA8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🙈 Ignoring the Audience</a:t>
            </a:r>
          </a:p>
          <a:p>
            <a:pPr defTabSz="457200"/>
            <a:r>
              <a:rPr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Look up. Make eye contact</a:t>
            </a:r>
          </a:p>
        </p:txBody>
      </p:sp>
      <p:sp>
        <p:nvSpPr>
          <p:cNvPr id="12" name="Down Arrow 11"/>
          <p:cNvSpPr/>
          <p:nvPr/>
        </p:nvSpPr>
        <p:spPr>
          <a:xfrm rot="-3240000">
            <a:off x="4849864" y="6303726"/>
            <a:ext cx="182880" cy="91440"/>
          </a:xfrm>
          <a:prstGeom prst="downArrow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13120" y="5989002"/>
            <a:ext cx="2743200" cy="822960"/>
          </a:xfrm>
          <a:prstGeom prst="roundRect">
            <a:avLst/>
          </a:prstGeom>
          <a:solidFill>
            <a:srgbClr val="9BA8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🌀 Lack of Structure</a:t>
            </a:r>
          </a:p>
          <a:p>
            <a:pPr defTabSz="457200"/>
            <a:r>
              <a:rPr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Follow a clear pitch flow</a:t>
            </a:r>
          </a:p>
        </p:txBody>
      </p:sp>
      <p:sp>
        <p:nvSpPr>
          <p:cNvPr id="14" name="Down Arrow 3">
            <a:extLst>
              <a:ext uri="{FF2B5EF4-FFF2-40B4-BE49-F238E27FC236}">
                <a16:creationId xmlns:a16="http://schemas.microsoft.com/office/drawing/2014/main" id="{3C7837DA-A25A-C453-433C-09EAB18609FD}"/>
              </a:ext>
            </a:extLst>
          </p:cNvPr>
          <p:cNvSpPr/>
          <p:nvPr/>
        </p:nvSpPr>
        <p:spPr>
          <a:xfrm rot="-840000">
            <a:off x="4767204" y="1806074"/>
            <a:ext cx="182880" cy="91440"/>
          </a:xfrm>
          <a:prstGeom prst="downArrow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2">
            <a:extLst>
              <a:ext uri="{FF2B5EF4-FFF2-40B4-BE49-F238E27FC236}">
                <a16:creationId xmlns:a16="http://schemas.microsoft.com/office/drawing/2014/main" id="{0435198D-656D-D1A6-6202-E9F364A03C6D}"/>
              </a:ext>
            </a:extLst>
          </p:cNvPr>
          <p:cNvGrpSpPr/>
          <p:nvPr/>
        </p:nvGrpSpPr>
        <p:grpSpPr>
          <a:xfrm>
            <a:off x="2360427" y="520995"/>
            <a:ext cx="7442791" cy="6570921"/>
            <a:chOff x="7946153" y="2670393"/>
            <a:chExt cx="11090910" cy="8638163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37C2EF44-5BE2-E3F8-D8FE-C0C60C24644C}"/>
                </a:ext>
              </a:extLst>
            </p:cNvPr>
            <p:cNvSpPr/>
            <p:nvPr/>
          </p:nvSpPr>
          <p:spPr>
            <a:xfrm>
              <a:off x="7946153" y="7079456"/>
              <a:ext cx="11090910" cy="4229100"/>
            </a:xfrm>
            <a:custGeom>
              <a:avLst/>
              <a:gdLst/>
              <a:ahLst/>
              <a:cxnLst/>
              <a:rect l="l" t="t" r="r" b="b"/>
              <a:pathLst>
                <a:path w="11090910" h="4229100">
                  <a:moveTo>
                    <a:pt x="7704294" y="228600"/>
                  </a:moveTo>
                  <a:lnTo>
                    <a:pt x="3386373" y="228600"/>
                  </a:lnTo>
                  <a:lnTo>
                    <a:pt x="2776064" y="393700"/>
                  </a:lnTo>
                  <a:lnTo>
                    <a:pt x="2730402" y="419100"/>
                  </a:lnTo>
                  <a:lnTo>
                    <a:pt x="2549801" y="469900"/>
                  </a:lnTo>
                  <a:lnTo>
                    <a:pt x="2505181" y="495300"/>
                  </a:lnTo>
                  <a:lnTo>
                    <a:pt x="2372646" y="533400"/>
                  </a:lnTo>
                  <a:lnTo>
                    <a:pt x="2328922" y="558800"/>
                  </a:lnTo>
                  <a:lnTo>
                    <a:pt x="2242176" y="584200"/>
                  </a:lnTo>
                  <a:lnTo>
                    <a:pt x="2199161" y="609600"/>
                  </a:lnTo>
                  <a:lnTo>
                    <a:pt x="2156390" y="622300"/>
                  </a:lnTo>
                  <a:lnTo>
                    <a:pt x="2113866" y="647700"/>
                  </a:lnTo>
                  <a:lnTo>
                    <a:pt x="2071593" y="660400"/>
                  </a:lnTo>
                  <a:lnTo>
                    <a:pt x="2029573" y="685800"/>
                  </a:lnTo>
                  <a:lnTo>
                    <a:pt x="1987812" y="698500"/>
                  </a:lnTo>
                  <a:lnTo>
                    <a:pt x="1946312" y="723900"/>
                  </a:lnTo>
                  <a:lnTo>
                    <a:pt x="1905076" y="736600"/>
                  </a:lnTo>
                  <a:lnTo>
                    <a:pt x="1864109" y="762000"/>
                  </a:lnTo>
                  <a:lnTo>
                    <a:pt x="1823413" y="774700"/>
                  </a:lnTo>
                  <a:lnTo>
                    <a:pt x="1782993" y="800100"/>
                  </a:lnTo>
                  <a:lnTo>
                    <a:pt x="1742852" y="812800"/>
                  </a:lnTo>
                  <a:lnTo>
                    <a:pt x="1663420" y="863600"/>
                  </a:lnTo>
                  <a:lnTo>
                    <a:pt x="1624136" y="876300"/>
                  </a:lnTo>
                  <a:lnTo>
                    <a:pt x="1529312" y="927100"/>
                  </a:lnTo>
                  <a:lnTo>
                    <a:pt x="1482970" y="965200"/>
                  </a:lnTo>
                  <a:lnTo>
                    <a:pt x="1437340" y="990600"/>
                  </a:lnTo>
                  <a:lnTo>
                    <a:pt x="1348220" y="1041400"/>
                  </a:lnTo>
                  <a:lnTo>
                    <a:pt x="1261951" y="1092200"/>
                  </a:lnTo>
                  <a:lnTo>
                    <a:pt x="1219887" y="1130300"/>
                  </a:lnTo>
                  <a:lnTo>
                    <a:pt x="1178535" y="1155700"/>
                  </a:lnTo>
                  <a:lnTo>
                    <a:pt x="1137896" y="1181100"/>
                  </a:lnTo>
                  <a:lnTo>
                    <a:pt x="1097970" y="1206500"/>
                  </a:lnTo>
                  <a:lnTo>
                    <a:pt x="1058757" y="1244600"/>
                  </a:lnTo>
                  <a:lnTo>
                    <a:pt x="1020257" y="1270000"/>
                  </a:lnTo>
                  <a:lnTo>
                    <a:pt x="982470" y="1295400"/>
                  </a:lnTo>
                  <a:lnTo>
                    <a:pt x="945396" y="1333500"/>
                  </a:lnTo>
                  <a:lnTo>
                    <a:pt x="909035" y="1358900"/>
                  </a:lnTo>
                  <a:lnTo>
                    <a:pt x="873387" y="1384300"/>
                  </a:lnTo>
                  <a:lnTo>
                    <a:pt x="838451" y="1422400"/>
                  </a:lnTo>
                  <a:lnTo>
                    <a:pt x="804229" y="1447800"/>
                  </a:lnTo>
                  <a:lnTo>
                    <a:pt x="770720" y="1473200"/>
                  </a:lnTo>
                  <a:lnTo>
                    <a:pt x="737924" y="1511300"/>
                  </a:lnTo>
                  <a:lnTo>
                    <a:pt x="705840" y="1536700"/>
                  </a:lnTo>
                  <a:lnTo>
                    <a:pt x="674470" y="1574800"/>
                  </a:lnTo>
                  <a:lnTo>
                    <a:pt x="643812" y="1600200"/>
                  </a:lnTo>
                  <a:lnTo>
                    <a:pt x="613868" y="1625600"/>
                  </a:lnTo>
                  <a:lnTo>
                    <a:pt x="584636" y="1663700"/>
                  </a:lnTo>
                  <a:lnTo>
                    <a:pt x="556118" y="1689100"/>
                  </a:lnTo>
                  <a:lnTo>
                    <a:pt x="528312" y="1727200"/>
                  </a:lnTo>
                  <a:lnTo>
                    <a:pt x="501219" y="1752600"/>
                  </a:lnTo>
                  <a:lnTo>
                    <a:pt x="474840" y="1790700"/>
                  </a:lnTo>
                  <a:lnTo>
                    <a:pt x="449173" y="1816100"/>
                  </a:lnTo>
                  <a:lnTo>
                    <a:pt x="424219" y="1854200"/>
                  </a:lnTo>
                  <a:lnTo>
                    <a:pt x="399978" y="1892300"/>
                  </a:lnTo>
                  <a:lnTo>
                    <a:pt x="376450" y="1917700"/>
                  </a:lnTo>
                  <a:lnTo>
                    <a:pt x="353635" y="1955800"/>
                  </a:lnTo>
                  <a:lnTo>
                    <a:pt x="331533" y="1981200"/>
                  </a:lnTo>
                  <a:lnTo>
                    <a:pt x="310144" y="2019300"/>
                  </a:lnTo>
                  <a:lnTo>
                    <a:pt x="289468" y="2044700"/>
                  </a:lnTo>
                  <a:lnTo>
                    <a:pt x="269505" y="2082800"/>
                  </a:lnTo>
                  <a:lnTo>
                    <a:pt x="250255" y="2120900"/>
                  </a:lnTo>
                  <a:lnTo>
                    <a:pt x="231718" y="2146300"/>
                  </a:lnTo>
                  <a:lnTo>
                    <a:pt x="213893" y="2184400"/>
                  </a:lnTo>
                  <a:lnTo>
                    <a:pt x="196782" y="2209800"/>
                  </a:lnTo>
                  <a:lnTo>
                    <a:pt x="180384" y="2247900"/>
                  </a:lnTo>
                  <a:lnTo>
                    <a:pt x="164699" y="2286000"/>
                  </a:lnTo>
                  <a:lnTo>
                    <a:pt x="149726" y="2311400"/>
                  </a:lnTo>
                  <a:lnTo>
                    <a:pt x="135467" y="2349500"/>
                  </a:lnTo>
                  <a:lnTo>
                    <a:pt x="121920" y="2387600"/>
                  </a:lnTo>
                  <a:lnTo>
                    <a:pt x="109087" y="2413000"/>
                  </a:lnTo>
                  <a:lnTo>
                    <a:pt x="96966" y="2451100"/>
                  </a:lnTo>
                  <a:lnTo>
                    <a:pt x="85559" y="2489200"/>
                  </a:lnTo>
                  <a:lnTo>
                    <a:pt x="74864" y="2514600"/>
                  </a:lnTo>
                  <a:lnTo>
                    <a:pt x="64882" y="2552700"/>
                  </a:lnTo>
                  <a:lnTo>
                    <a:pt x="55613" y="2590800"/>
                  </a:lnTo>
                  <a:lnTo>
                    <a:pt x="47058" y="2616200"/>
                  </a:lnTo>
                  <a:lnTo>
                    <a:pt x="39215" y="2654300"/>
                  </a:lnTo>
                  <a:lnTo>
                    <a:pt x="32085" y="2692400"/>
                  </a:lnTo>
                  <a:lnTo>
                    <a:pt x="25668" y="2717800"/>
                  </a:lnTo>
                  <a:lnTo>
                    <a:pt x="19964" y="2755900"/>
                  </a:lnTo>
                  <a:lnTo>
                    <a:pt x="14973" y="2794000"/>
                  </a:lnTo>
                  <a:lnTo>
                    <a:pt x="10695" y="2819400"/>
                  </a:lnTo>
                  <a:lnTo>
                    <a:pt x="7130" y="2857500"/>
                  </a:lnTo>
                  <a:lnTo>
                    <a:pt x="4278" y="2895600"/>
                  </a:lnTo>
                  <a:lnTo>
                    <a:pt x="2139" y="2921000"/>
                  </a:lnTo>
                  <a:lnTo>
                    <a:pt x="713" y="2959100"/>
                  </a:lnTo>
                  <a:lnTo>
                    <a:pt x="0" y="2997200"/>
                  </a:lnTo>
                  <a:lnTo>
                    <a:pt x="0" y="3035300"/>
                  </a:lnTo>
                  <a:lnTo>
                    <a:pt x="712" y="3060700"/>
                  </a:lnTo>
                  <a:lnTo>
                    <a:pt x="2138" y="3098800"/>
                  </a:lnTo>
                  <a:lnTo>
                    <a:pt x="4277" y="3136900"/>
                  </a:lnTo>
                  <a:lnTo>
                    <a:pt x="7128" y="3162300"/>
                  </a:lnTo>
                  <a:lnTo>
                    <a:pt x="10693" y="3200400"/>
                  </a:lnTo>
                  <a:lnTo>
                    <a:pt x="14970" y="3238500"/>
                  </a:lnTo>
                  <a:lnTo>
                    <a:pt x="19961" y="3263900"/>
                  </a:lnTo>
                  <a:lnTo>
                    <a:pt x="25664" y="3302000"/>
                  </a:lnTo>
                  <a:lnTo>
                    <a:pt x="32081" y="3340100"/>
                  </a:lnTo>
                  <a:lnTo>
                    <a:pt x="39210" y="3378200"/>
                  </a:lnTo>
                  <a:lnTo>
                    <a:pt x="47052" y="3403600"/>
                  </a:lnTo>
                  <a:lnTo>
                    <a:pt x="55608" y="3441700"/>
                  </a:lnTo>
                  <a:lnTo>
                    <a:pt x="64876" y="3479800"/>
                  </a:lnTo>
                  <a:lnTo>
                    <a:pt x="74857" y="3505200"/>
                  </a:lnTo>
                  <a:lnTo>
                    <a:pt x="85551" y="3543300"/>
                  </a:lnTo>
                  <a:lnTo>
                    <a:pt x="96959" y="3581400"/>
                  </a:lnTo>
                  <a:lnTo>
                    <a:pt x="109079" y="3606800"/>
                  </a:lnTo>
                  <a:lnTo>
                    <a:pt x="121912" y="3644900"/>
                  </a:lnTo>
                  <a:lnTo>
                    <a:pt x="135458" y="3683000"/>
                  </a:lnTo>
                  <a:lnTo>
                    <a:pt x="149717" y="3708400"/>
                  </a:lnTo>
                  <a:lnTo>
                    <a:pt x="164689" y="3746500"/>
                  </a:lnTo>
                  <a:lnTo>
                    <a:pt x="180374" y="3771900"/>
                  </a:lnTo>
                  <a:lnTo>
                    <a:pt x="196772" y="3810000"/>
                  </a:lnTo>
                  <a:lnTo>
                    <a:pt x="213883" y="3848100"/>
                  </a:lnTo>
                  <a:lnTo>
                    <a:pt x="231706" y="3873500"/>
                  </a:lnTo>
                  <a:lnTo>
                    <a:pt x="250243" y="3911600"/>
                  </a:lnTo>
                  <a:lnTo>
                    <a:pt x="269493" y="3949700"/>
                  </a:lnTo>
                  <a:lnTo>
                    <a:pt x="289456" y="3975100"/>
                  </a:lnTo>
                  <a:lnTo>
                    <a:pt x="310131" y="4013200"/>
                  </a:lnTo>
                  <a:lnTo>
                    <a:pt x="331520" y="4038600"/>
                  </a:lnTo>
                  <a:lnTo>
                    <a:pt x="353622" y="4076700"/>
                  </a:lnTo>
                  <a:lnTo>
                    <a:pt x="376436" y="4102100"/>
                  </a:lnTo>
                  <a:lnTo>
                    <a:pt x="399964" y="4140200"/>
                  </a:lnTo>
                  <a:lnTo>
                    <a:pt x="424204" y="4165600"/>
                  </a:lnTo>
                  <a:lnTo>
                    <a:pt x="449158" y="4203700"/>
                  </a:lnTo>
                  <a:lnTo>
                    <a:pt x="474480" y="4229100"/>
                  </a:lnTo>
                  <a:lnTo>
                    <a:pt x="10616131" y="4229100"/>
                  </a:lnTo>
                  <a:lnTo>
                    <a:pt x="10641466" y="4203700"/>
                  </a:lnTo>
                  <a:lnTo>
                    <a:pt x="10666420" y="4165600"/>
                  </a:lnTo>
                  <a:lnTo>
                    <a:pt x="10690661" y="4140200"/>
                  </a:lnTo>
                  <a:lnTo>
                    <a:pt x="10714189" y="4102100"/>
                  </a:lnTo>
                  <a:lnTo>
                    <a:pt x="10737004" y="4076700"/>
                  </a:lnTo>
                  <a:lnTo>
                    <a:pt x="10759105" y="4038600"/>
                  </a:lnTo>
                  <a:lnTo>
                    <a:pt x="10780494" y="4013200"/>
                  </a:lnTo>
                  <a:lnTo>
                    <a:pt x="10801170" y="3975100"/>
                  </a:lnTo>
                  <a:lnTo>
                    <a:pt x="10821133" y="3949700"/>
                  </a:lnTo>
                  <a:lnTo>
                    <a:pt x="10840383" y="3911600"/>
                  </a:lnTo>
                  <a:lnTo>
                    <a:pt x="10858921" y="3873500"/>
                  </a:lnTo>
                  <a:lnTo>
                    <a:pt x="10876745" y="3848100"/>
                  </a:lnTo>
                  <a:lnTo>
                    <a:pt x="10893856" y="3810000"/>
                  </a:lnTo>
                  <a:lnTo>
                    <a:pt x="10910254" y="3771900"/>
                  </a:lnTo>
                  <a:lnTo>
                    <a:pt x="10925939" y="3746500"/>
                  </a:lnTo>
                  <a:lnTo>
                    <a:pt x="10940912" y="3708400"/>
                  </a:lnTo>
                  <a:lnTo>
                    <a:pt x="10955171" y="3683000"/>
                  </a:lnTo>
                  <a:lnTo>
                    <a:pt x="10968718" y="3644900"/>
                  </a:lnTo>
                  <a:lnTo>
                    <a:pt x="10981551" y="3606800"/>
                  </a:lnTo>
                  <a:lnTo>
                    <a:pt x="10993671" y="3581400"/>
                  </a:lnTo>
                  <a:lnTo>
                    <a:pt x="11005079" y="3543300"/>
                  </a:lnTo>
                  <a:lnTo>
                    <a:pt x="11015774" y="3505200"/>
                  </a:lnTo>
                  <a:lnTo>
                    <a:pt x="11025755" y="3479800"/>
                  </a:lnTo>
                  <a:lnTo>
                    <a:pt x="11035024" y="3441700"/>
                  </a:lnTo>
                  <a:lnTo>
                    <a:pt x="11043579" y="3403600"/>
                  </a:lnTo>
                  <a:lnTo>
                    <a:pt x="11051422" y="3378200"/>
                  </a:lnTo>
                  <a:lnTo>
                    <a:pt x="11058552" y="3340100"/>
                  </a:lnTo>
                  <a:lnTo>
                    <a:pt x="11064969" y="3302000"/>
                  </a:lnTo>
                  <a:lnTo>
                    <a:pt x="11070673" y="3263900"/>
                  </a:lnTo>
                  <a:lnTo>
                    <a:pt x="11075664" y="3238500"/>
                  </a:lnTo>
                  <a:lnTo>
                    <a:pt x="11079941" y="3200400"/>
                  </a:lnTo>
                  <a:lnTo>
                    <a:pt x="11083506" y="3162300"/>
                  </a:lnTo>
                  <a:lnTo>
                    <a:pt x="11086358" y="3136900"/>
                  </a:lnTo>
                  <a:lnTo>
                    <a:pt x="11088498" y="3098800"/>
                  </a:lnTo>
                  <a:lnTo>
                    <a:pt x="11089924" y="3060700"/>
                  </a:lnTo>
                  <a:lnTo>
                    <a:pt x="11090637" y="3035300"/>
                  </a:lnTo>
                  <a:lnTo>
                    <a:pt x="11090637" y="2997200"/>
                  </a:lnTo>
                  <a:lnTo>
                    <a:pt x="11089924" y="2959100"/>
                  </a:lnTo>
                  <a:lnTo>
                    <a:pt x="11088498" y="2921000"/>
                  </a:lnTo>
                  <a:lnTo>
                    <a:pt x="11086360" y="2895600"/>
                  </a:lnTo>
                  <a:lnTo>
                    <a:pt x="11083508" y="2857500"/>
                  </a:lnTo>
                  <a:lnTo>
                    <a:pt x="11079943" y="2819400"/>
                  </a:lnTo>
                  <a:lnTo>
                    <a:pt x="11075666" y="2794000"/>
                  </a:lnTo>
                  <a:lnTo>
                    <a:pt x="11070675" y="2755900"/>
                  </a:lnTo>
                  <a:lnTo>
                    <a:pt x="11064972" y="2717800"/>
                  </a:lnTo>
                  <a:lnTo>
                    <a:pt x="11058555" y="2692400"/>
                  </a:lnTo>
                  <a:lnTo>
                    <a:pt x="11051426" y="2654300"/>
                  </a:lnTo>
                  <a:lnTo>
                    <a:pt x="11043583" y="2616200"/>
                  </a:lnTo>
                  <a:lnTo>
                    <a:pt x="11035028" y="2590800"/>
                  </a:lnTo>
                  <a:lnTo>
                    <a:pt x="11025760" y="2552700"/>
                  </a:lnTo>
                  <a:lnTo>
                    <a:pt x="11015779" y="2514600"/>
                  </a:lnTo>
                  <a:lnTo>
                    <a:pt x="11005084" y="2489200"/>
                  </a:lnTo>
                  <a:lnTo>
                    <a:pt x="10993677" y="2451100"/>
                  </a:lnTo>
                  <a:lnTo>
                    <a:pt x="10981557" y="2413000"/>
                  </a:lnTo>
                  <a:lnTo>
                    <a:pt x="10968724" y="2387600"/>
                  </a:lnTo>
                  <a:lnTo>
                    <a:pt x="10955178" y="2349500"/>
                  </a:lnTo>
                  <a:lnTo>
                    <a:pt x="10940919" y="2311400"/>
                  </a:lnTo>
                  <a:lnTo>
                    <a:pt x="10925947" y="2286000"/>
                  </a:lnTo>
                  <a:lnTo>
                    <a:pt x="10910262" y="2247900"/>
                  </a:lnTo>
                  <a:lnTo>
                    <a:pt x="10893864" y="2209800"/>
                  </a:lnTo>
                  <a:lnTo>
                    <a:pt x="10876753" y="2184400"/>
                  </a:lnTo>
                  <a:lnTo>
                    <a:pt x="10858929" y="2146300"/>
                  </a:lnTo>
                  <a:lnTo>
                    <a:pt x="10840393" y="2120900"/>
                  </a:lnTo>
                  <a:lnTo>
                    <a:pt x="10821143" y="2082800"/>
                  </a:lnTo>
                  <a:lnTo>
                    <a:pt x="10801180" y="2044700"/>
                  </a:lnTo>
                  <a:lnTo>
                    <a:pt x="10780504" y="2019300"/>
                  </a:lnTo>
                  <a:lnTo>
                    <a:pt x="10759116" y="1981200"/>
                  </a:lnTo>
                  <a:lnTo>
                    <a:pt x="10737014" y="1955800"/>
                  </a:lnTo>
                  <a:lnTo>
                    <a:pt x="10714200" y="1917700"/>
                  </a:lnTo>
                  <a:lnTo>
                    <a:pt x="10690672" y="1892300"/>
                  </a:lnTo>
                  <a:lnTo>
                    <a:pt x="10666432" y="1854200"/>
                  </a:lnTo>
                  <a:lnTo>
                    <a:pt x="10641478" y="1816100"/>
                  </a:lnTo>
                  <a:lnTo>
                    <a:pt x="10615812" y="1790700"/>
                  </a:lnTo>
                  <a:lnTo>
                    <a:pt x="10589433" y="1752600"/>
                  </a:lnTo>
                  <a:lnTo>
                    <a:pt x="10562340" y="1727200"/>
                  </a:lnTo>
                  <a:lnTo>
                    <a:pt x="10534535" y="1689100"/>
                  </a:lnTo>
                  <a:lnTo>
                    <a:pt x="10506017" y="1663700"/>
                  </a:lnTo>
                  <a:lnTo>
                    <a:pt x="10476786" y="1625600"/>
                  </a:lnTo>
                  <a:lnTo>
                    <a:pt x="10446841" y="1600200"/>
                  </a:lnTo>
                  <a:lnTo>
                    <a:pt x="10416184" y="1574800"/>
                  </a:lnTo>
                  <a:lnTo>
                    <a:pt x="10384814" y="1536700"/>
                  </a:lnTo>
                  <a:lnTo>
                    <a:pt x="10352731" y="1511300"/>
                  </a:lnTo>
                  <a:lnTo>
                    <a:pt x="10319935" y="1473200"/>
                  </a:lnTo>
                  <a:lnTo>
                    <a:pt x="10286426" y="1447800"/>
                  </a:lnTo>
                  <a:lnTo>
                    <a:pt x="10252204" y="1422400"/>
                  </a:lnTo>
                  <a:lnTo>
                    <a:pt x="10217269" y="1384300"/>
                  </a:lnTo>
                  <a:lnTo>
                    <a:pt x="10181622" y="1358900"/>
                  </a:lnTo>
                  <a:lnTo>
                    <a:pt x="10145261" y="1333500"/>
                  </a:lnTo>
                  <a:lnTo>
                    <a:pt x="10108187" y="1295400"/>
                  </a:lnTo>
                  <a:lnTo>
                    <a:pt x="10070400" y="1270000"/>
                  </a:lnTo>
                  <a:lnTo>
                    <a:pt x="10031901" y="1244600"/>
                  </a:lnTo>
                  <a:lnTo>
                    <a:pt x="9992688" y="1206500"/>
                  </a:lnTo>
                  <a:lnTo>
                    <a:pt x="9952762" y="1181100"/>
                  </a:lnTo>
                  <a:lnTo>
                    <a:pt x="9912124" y="1155700"/>
                  </a:lnTo>
                  <a:lnTo>
                    <a:pt x="9870772" y="1130300"/>
                  </a:lnTo>
                  <a:lnTo>
                    <a:pt x="9828708" y="1092200"/>
                  </a:lnTo>
                  <a:lnTo>
                    <a:pt x="9742440" y="1041400"/>
                  </a:lnTo>
                  <a:lnTo>
                    <a:pt x="9653320" y="990600"/>
                  </a:lnTo>
                  <a:lnTo>
                    <a:pt x="9607691" y="965200"/>
                  </a:lnTo>
                  <a:lnTo>
                    <a:pt x="9561349" y="927100"/>
                  </a:lnTo>
                  <a:lnTo>
                    <a:pt x="9466525" y="876300"/>
                  </a:lnTo>
                  <a:lnTo>
                    <a:pt x="9427242" y="863600"/>
                  </a:lnTo>
                  <a:lnTo>
                    <a:pt x="9347810" y="812800"/>
                  </a:lnTo>
                  <a:lnTo>
                    <a:pt x="9307669" y="800100"/>
                  </a:lnTo>
                  <a:lnTo>
                    <a:pt x="9267249" y="774700"/>
                  </a:lnTo>
                  <a:lnTo>
                    <a:pt x="9226554" y="762000"/>
                  </a:lnTo>
                  <a:lnTo>
                    <a:pt x="9185587" y="736600"/>
                  </a:lnTo>
                  <a:lnTo>
                    <a:pt x="9144351" y="723900"/>
                  </a:lnTo>
                  <a:lnTo>
                    <a:pt x="9102851" y="698500"/>
                  </a:lnTo>
                  <a:lnTo>
                    <a:pt x="9061090" y="685800"/>
                  </a:lnTo>
                  <a:lnTo>
                    <a:pt x="9019071" y="660400"/>
                  </a:lnTo>
                  <a:lnTo>
                    <a:pt x="8976797" y="647700"/>
                  </a:lnTo>
                  <a:lnTo>
                    <a:pt x="8934273" y="622300"/>
                  </a:lnTo>
                  <a:lnTo>
                    <a:pt x="8891503" y="609600"/>
                  </a:lnTo>
                  <a:lnTo>
                    <a:pt x="8848488" y="584200"/>
                  </a:lnTo>
                  <a:lnTo>
                    <a:pt x="8761743" y="558800"/>
                  </a:lnTo>
                  <a:lnTo>
                    <a:pt x="8718019" y="533400"/>
                  </a:lnTo>
                  <a:lnTo>
                    <a:pt x="8585484" y="495300"/>
                  </a:lnTo>
                  <a:lnTo>
                    <a:pt x="8540864" y="469900"/>
                  </a:lnTo>
                  <a:lnTo>
                    <a:pt x="8360263" y="419100"/>
                  </a:lnTo>
                  <a:lnTo>
                    <a:pt x="8314601" y="393700"/>
                  </a:lnTo>
                  <a:lnTo>
                    <a:pt x="7704294" y="228600"/>
                  </a:lnTo>
                  <a:close/>
                </a:path>
                <a:path w="11090910" h="4229100">
                  <a:moveTo>
                    <a:pt x="7462306" y="177800"/>
                  </a:moveTo>
                  <a:lnTo>
                    <a:pt x="3628361" y="177800"/>
                  </a:lnTo>
                  <a:lnTo>
                    <a:pt x="3434481" y="228600"/>
                  </a:lnTo>
                  <a:lnTo>
                    <a:pt x="7656186" y="228600"/>
                  </a:lnTo>
                  <a:lnTo>
                    <a:pt x="7462306" y="177800"/>
                  </a:lnTo>
                  <a:close/>
                </a:path>
                <a:path w="11090910" h="4229100">
                  <a:moveTo>
                    <a:pt x="7266280" y="139700"/>
                  </a:moveTo>
                  <a:lnTo>
                    <a:pt x="3824387" y="139700"/>
                  </a:lnTo>
                  <a:lnTo>
                    <a:pt x="3677175" y="177800"/>
                  </a:lnTo>
                  <a:lnTo>
                    <a:pt x="7413492" y="177800"/>
                  </a:lnTo>
                  <a:lnTo>
                    <a:pt x="7266280" y="139700"/>
                  </a:lnTo>
                  <a:close/>
                </a:path>
                <a:path w="11090910" h="4229100">
                  <a:moveTo>
                    <a:pt x="7117989" y="114300"/>
                  </a:moveTo>
                  <a:lnTo>
                    <a:pt x="3972679" y="114300"/>
                  </a:lnTo>
                  <a:lnTo>
                    <a:pt x="3873703" y="139700"/>
                  </a:lnTo>
                  <a:lnTo>
                    <a:pt x="7216965" y="139700"/>
                  </a:lnTo>
                  <a:lnTo>
                    <a:pt x="7117989" y="114300"/>
                  </a:lnTo>
                  <a:close/>
                </a:path>
                <a:path w="11090910" h="4229100">
                  <a:moveTo>
                    <a:pt x="7018574" y="101600"/>
                  </a:moveTo>
                  <a:lnTo>
                    <a:pt x="4072094" y="101600"/>
                  </a:lnTo>
                  <a:lnTo>
                    <a:pt x="4022334" y="114300"/>
                  </a:lnTo>
                  <a:lnTo>
                    <a:pt x="7068335" y="114300"/>
                  </a:lnTo>
                  <a:lnTo>
                    <a:pt x="7018574" y="101600"/>
                  </a:lnTo>
                  <a:close/>
                </a:path>
                <a:path w="11090910" h="4229100">
                  <a:moveTo>
                    <a:pt x="6918751" y="88900"/>
                  </a:moveTo>
                  <a:lnTo>
                    <a:pt x="4171918" y="88900"/>
                  </a:lnTo>
                  <a:lnTo>
                    <a:pt x="4121956" y="101600"/>
                  </a:lnTo>
                  <a:lnTo>
                    <a:pt x="6968712" y="101600"/>
                  </a:lnTo>
                  <a:lnTo>
                    <a:pt x="6918751" y="88900"/>
                  </a:lnTo>
                  <a:close/>
                </a:path>
                <a:path w="11090910" h="4229100">
                  <a:moveTo>
                    <a:pt x="6818546" y="76200"/>
                  </a:moveTo>
                  <a:lnTo>
                    <a:pt x="4272123" y="76200"/>
                  </a:lnTo>
                  <a:lnTo>
                    <a:pt x="4221974" y="88900"/>
                  </a:lnTo>
                  <a:lnTo>
                    <a:pt x="6868694" y="88900"/>
                  </a:lnTo>
                  <a:lnTo>
                    <a:pt x="6818546" y="76200"/>
                  </a:lnTo>
                  <a:close/>
                </a:path>
                <a:path w="11090910" h="4229100">
                  <a:moveTo>
                    <a:pt x="6717988" y="63500"/>
                  </a:moveTo>
                  <a:lnTo>
                    <a:pt x="4372681" y="63500"/>
                  </a:lnTo>
                  <a:lnTo>
                    <a:pt x="4322359" y="76200"/>
                  </a:lnTo>
                  <a:lnTo>
                    <a:pt x="6768309" y="76200"/>
                  </a:lnTo>
                  <a:lnTo>
                    <a:pt x="6717988" y="63500"/>
                  </a:lnTo>
                  <a:close/>
                </a:path>
                <a:path w="11090910" h="4229100">
                  <a:moveTo>
                    <a:pt x="6617105" y="50800"/>
                  </a:moveTo>
                  <a:lnTo>
                    <a:pt x="4473563" y="50800"/>
                  </a:lnTo>
                  <a:lnTo>
                    <a:pt x="4423083" y="63500"/>
                  </a:lnTo>
                  <a:lnTo>
                    <a:pt x="6667585" y="63500"/>
                  </a:lnTo>
                  <a:lnTo>
                    <a:pt x="6617105" y="50800"/>
                  </a:lnTo>
                  <a:close/>
                </a:path>
                <a:path w="11090910" h="4229100">
                  <a:moveTo>
                    <a:pt x="6515926" y="38100"/>
                  </a:moveTo>
                  <a:lnTo>
                    <a:pt x="4574743" y="38100"/>
                  </a:lnTo>
                  <a:lnTo>
                    <a:pt x="4524118" y="50800"/>
                  </a:lnTo>
                  <a:lnTo>
                    <a:pt x="6566551" y="50800"/>
                  </a:lnTo>
                  <a:lnTo>
                    <a:pt x="6515926" y="38100"/>
                  </a:lnTo>
                  <a:close/>
                </a:path>
                <a:path w="11090910" h="4229100">
                  <a:moveTo>
                    <a:pt x="6363663" y="25400"/>
                  </a:moveTo>
                  <a:lnTo>
                    <a:pt x="4727006" y="25400"/>
                  </a:lnTo>
                  <a:lnTo>
                    <a:pt x="4676190" y="38100"/>
                  </a:lnTo>
                  <a:lnTo>
                    <a:pt x="6414479" y="38100"/>
                  </a:lnTo>
                  <a:lnTo>
                    <a:pt x="6363663" y="25400"/>
                  </a:lnTo>
                  <a:close/>
                </a:path>
                <a:path w="11090910" h="4229100">
                  <a:moveTo>
                    <a:pt x="6210892" y="12700"/>
                  </a:moveTo>
                  <a:lnTo>
                    <a:pt x="4879777" y="12700"/>
                  </a:lnTo>
                  <a:lnTo>
                    <a:pt x="4828803" y="25400"/>
                  </a:lnTo>
                  <a:lnTo>
                    <a:pt x="6261866" y="25400"/>
                  </a:lnTo>
                  <a:lnTo>
                    <a:pt x="6210892" y="12700"/>
                  </a:lnTo>
                  <a:close/>
                </a:path>
                <a:path w="11090910" h="4229100">
                  <a:moveTo>
                    <a:pt x="5955403" y="0"/>
                  </a:moveTo>
                  <a:lnTo>
                    <a:pt x="5135266" y="0"/>
                  </a:lnTo>
                  <a:lnTo>
                    <a:pt x="5084098" y="12700"/>
                  </a:lnTo>
                  <a:lnTo>
                    <a:pt x="6006571" y="12700"/>
                  </a:lnTo>
                  <a:lnTo>
                    <a:pt x="5955403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D57849EE-A544-6856-56AC-FEADB2BDD87E}"/>
                </a:ext>
              </a:extLst>
            </p:cNvPr>
            <p:cNvSpPr/>
            <p:nvPr/>
          </p:nvSpPr>
          <p:spPr>
            <a:xfrm>
              <a:off x="12688553" y="8639155"/>
              <a:ext cx="1430020" cy="825500"/>
            </a:xfrm>
            <a:custGeom>
              <a:avLst/>
              <a:gdLst/>
              <a:ahLst/>
              <a:cxnLst/>
              <a:rect l="l" t="t" r="r" b="b"/>
              <a:pathLst>
                <a:path w="1430019" h="825500">
                  <a:moveTo>
                    <a:pt x="714853" y="0"/>
                  </a:moveTo>
                  <a:lnTo>
                    <a:pt x="664992" y="999"/>
                  </a:lnTo>
                  <a:lnTo>
                    <a:pt x="615325" y="3996"/>
                  </a:lnTo>
                  <a:lnTo>
                    <a:pt x="566050" y="8991"/>
                  </a:lnTo>
                  <a:lnTo>
                    <a:pt x="517360" y="15984"/>
                  </a:lnTo>
                  <a:lnTo>
                    <a:pt x="469453" y="24975"/>
                  </a:lnTo>
                  <a:lnTo>
                    <a:pt x="422523" y="35965"/>
                  </a:lnTo>
                  <a:lnTo>
                    <a:pt x="376765" y="48952"/>
                  </a:lnTo>
                  <a:lnTo>
                    <a:pt x="332376" y="63938"/>
                  </a:lnTo>
                  <a:lnTo>
                    <a:pt x="289551" y="80922"/>
                  </a:lnTo>
                  <a:lnTo>
                    <a:pt x="248484" y="99903"/>
                  </a:lnTo>
                  <a:lnTo>
                    <a:pt x="209373" y="120883"/>
                  </a:lnTo>
                  <a:lnTo>
                    <a:pt x="165430" y="148639"/>
                  </a:lnTo>
                  <a:lnTo>
                    <a:pt x="126657" y="178044"/>
                  </a:lnTo>
                  <a:lnTo>
                    <a:pt x="93054" y="208890"/>
                  </a:lnTo>
                  <a:lnTo>
                    <a:pt x="64621" y="240974"/>
                  </a:lnTo>
                  <a:lnTo>
                    <a:pt x="41357" y="274087"/>
                  </a:lnTo>
                  <a:lnTo>
                    <a:pt x="23263" y="308025"/>
                  </a:lnTo>
                  <a:lnTo>
                    <a:pt x="2584" y="377549"/>
                  </a:lnTo>
                  <a:lnTo>
                    <a:pt x="0" y="412723"/>
                  </a:lnTo>
                  <a:lnTo>
                    <a:pt x="2584" y="447897"/>
                  </a:lnTo>
                  <a:lnTo>
                    <a:pt x="23263" y="517420"/>
                  </a:lnTo>
                  <a:lnTo>
                    <a:pt x="41357" y="551358"/>
                  </a:lnTo>
                  <a:lnTo>
                    <a:pt x="64621" y="584471"/>
                  </a:lnTo>
                  <a:lnTo>
                    <a:pt x="93054" y="616555"/>
                  </a:lnTo>
                  <a:lnTo>
                    <a:pt x="126657" y="647401"/>
                  </a:lnTo>
                  <a:lnTo>
                    <a:pt x="165430" y="676806"/>
                  </a:lnTo>
                  <a:lnTo>
                    <a:pt x="209373" y="704562"/>
                  </a:lnTo>
                  <a:lnTo>
                    <a:pt x="248483" y="725540"/>
                  </a:lnTo>
                  <a:lnTo>
                    <a:pt x="289548" y="744521"/>
                  </a:lnTo>
                  <a:lnTo>
                    <a:pt x="332373" y="761503"/>
                  </a:lnTo>
                  <a:lnTo>
                    <a:pt x="376762" y="776488"/>
                  </a:lnTo>
                  <a:lnTo>
                    <a:pt x="422519" y="789475"/>
                  </a:lnTo>
                  <a:lnTo>
                    <a:pt x="469448" y="800463"/>
                  </a:lnTo>
                  <a:lnTo>
                    <a:pt x="517356" y="809454"/>
                  </a:lnTo>
                  <a:lnTo>
                    <a:pt x="566045" y="816446"/>
                  </a:lnTo>
                  <a:lnTo>
                    <a:pt x="615321" y="821441"/>
                  </a:lnTo>
                  <a:lnTo>
                    <a:pt x="664987" y="824438"/>
                  </a:lnTo>
                  <a:lnTo>
                    <a:pt x="714849" y="825436"/>
                  </a:lnTo>
                  <a:lnTo>
                    <a:pt x="764712" y="824437"/>
                  </a:lnTo>
                  <a:lnTo>
                    <a:pt x="814378" y="821440"/>
                  </a:lnTo>
                  <a:lnTo>
                    <a:pt x="863654" y="816444"/>
                  </a:lnTo>
                  <a:lnTo>
                    <a:pt x="912343" y="809451"/>
                  </a:lnTo>
                  <a:lnTo>
                    <a:pt x="960250" y="800459"/>
                  </a:lnTo>
                  <a:lnTo>
                    <a:pt x="1007180" y="789470"/>
                  </a:lnTo>
                  <a:lnTo>
                    <a:pt x="1052937" y="776482"/>
                  </a:lnTo>
                  <a:lnTo>
                    <a:pt x="1097326" y="761497"/>
                  </a:lnTo>
                  <a:lnTo>
                    <a:pt x="1140150" y="744513"/>
                  </a:lnTo>
                  <a:lnTo>
                    <a:pt x="1181216" y="725531"/>
                  </a:lnTo>
                  <a:lnTo>
                    <a:pt x="1220326" y="704551"/>
                  </a:lnTo>
                  <a:lnTo>
                    <a:pt x="1264269" y="676797"/>
                  </a:lnTo>
                  <a:lnTo>
                    <a:pt x="1303042" y="647394"/>
                  </a:lnTo>
                  <a:lnTo>
                    <a:pt x="1336645" y="616549"/>
                  </a:lnTo>
                  <a:lnTo>
                    <a:pt x="1365078" y="584467"/>
                  </a:lnTo>
                  <a:lnTo>
                    <a:pt x="1388342" y="551354"/>
                  </a:lnTo>
                  <a:lnTo>
                    <a:pt x="1406436" y="517417"/>
                  </a:lnTo>
                  <a:lnTo>
                    <a:pt x="1427115" y="447895"/>
                  </a:lnTo>
                  <a:lnTo>
                    <a:pt x="1429699" y="412721"/>
                  </a:lnTo>
                  <a:lnTo>
                    <a:pt x="1427115" y="377548"/>
                  </a:lnTo>
                  <a:lnTo>
                    <a:pt x="1406436" y="308024"/>
                  </a:lnTo>
                  <a:lnTo>
                    <a:pt x="1388342" y="274087"/>
                  </a:lnTo>
                  <a:lnTo>
                    <a:pt x="1365078" y="240974"/>
                  </a:lnTo>
                  <a:lnTo>
                    <a:pt x="1336645" y="208890"/>
                  </a:lnTo>
                  <a:lnTo>
                    <a:pt x="1303042" y="178044"/>
                  </a:lnTo>
                  <a:lnTo>
                    <a:pt x="1264269" y="148639"/>
                  </a:lnTo>
                  <a:lnTo>
                    <a:pt x="1220326" y="120883"/>
                  </a:lnTo>
                  <a:lnTo>
                    <a:pt x="1181216" y="99903"/>
                  </a:lnTo>
                  <a:lnTo>
                    <a:pt x="1140151" y="80922"/>
                  </a:lnTo>
                  <a:lnTo>
                    <a:pt x="1097326" y="63938"/>
                  </a:lnTo>
                  <a:lnTo>
                    <a:pt x="1052938" y="48952"/>
                  </a:lnTo>
                  <a:lnTo>
                    <a:pt x="1007182" y="35965"/>
                  </a:lnTo>
                  <a:lnTo>
                    <a:pt x="960252" y="24975"/>
                  </a:lnTo>
                  <a:lnTo>
                    <a:pt x="912345" y="15984"/>
                  </a:lnTo>
                  <a:lnTo>
                    <a:pt x="863657" y="8991"/>
                  </a:lnTo>
                  <a:lnTo>
                    <a:pt x="814381" y="3996"/>
                  </a:lnTo>
                  <a:lnTo>
                    <a:pt x="764715" y="999"/>
                  </a:lnTo>
                  <a:lnTo>
                    <a:pt x="714853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1E689E8B-5AE6-F0EC-02E7-189A4354805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75627" y="3973535"/>
              <a:ext cx="2211607" cy="2884466"/>
            </a:xfrm>
            <a:prstGeom prst="rect">
              <a:avLst/>
            </a:prstGeom>
          </p:spPr>
        </p:pic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FDAD3A83-F84F-6E60-C4A2-C38530D30F27}"/>
                </a:ext>
              </a:extLst>
            </p:cNvPr>
            <p:cNvSpPr/>
            <p:nvPr/>
          </p:nvSpPr>
          <p:spPr>
            <a:xfrm>
              <a:off x="16295165" y="3934041"/>
              <a:ext cx="669290" cy="950594"/>
            </a:xfrm>
            <a:custGeom>
              <a:avLst/>
              <a:gdLst/>
              <a:ahLst/>
              <a:cxnLst/>
              <a:rect l="l" t="t" r="r" b="b"/>
              <a:pathLst>
                <a:path w="669290" h="950595">
                  <a:moveTo>
                    <a:pt x="165694" y="737535"/>
                  </a:moveTo>
                  <a:lnTo>
                    <a:pt x="131833" y="759117"/>
                  </a:lnTo>
                  <a:lnTo>
                    <a:pt x="104143" y="881047"/>
                  </a:lnTo>
                  <a:lnTo>
                    <a:pt x="103252" y="888154"/>
                  </a:lnTo>
                  <a:lnTo>
                    <a:pt x="103783" y="895046"/>
                  </a:lnTo>
                  <a:lnTo>
                    <a:pt x="131681" y="924208"/>
                  </a:lnTo>
                  <a:lnTo>
                    <a:pt x="244181" y="949108"/>
                  </a:lnTo>
                  <a:lnTo>
                    <a:pt x="251269" y="949995"/>
                  </a:lnTo>
                  <a:lnTo>
                    <a:pt x="258151" y="949464"/>
                  </a:lnTo>
                  <a:lnTo>
                    <a:pt x="287289" y="921591"/>
                  </a:lnTo>
                  <a:lnTo>
                    <a:pt x="312786" y="806484"/>
                  </a:lnTo>
                  <a:lnTo>
                    <a:pt x="313677" y="799386"/>
                  </a:lnTo>
                  <a:lnTo>
                    <a:pt x="313146" y="792494"/>
                  </a:lnTo>
                  <a:lnTo>
                    <a:pt x="285321" y="763344"/>
                  </a:lnTo>
                  <a:lnTo>
                    <a:pt x="172801" y="738423"/>
                  </a:lnTo>
                  <a:lnTo>
                    <a:pt x="165694" y="737535"/>
                  </a:lnTo>
                  <a:close/>
                </a:path>
                <a:path w="669290" h="950595">
                  <a:moveTo>
                    <a:pt x="631498" y="161104"/>
                  </a:moveTo>
                  <a:lnTo>
                    <a:pt x="309293" y="161104"/>
                  </a:lnTo>
                  <a:lnTo>
                    <a:pt x="362753" y="165655"/>
                  </a:lnTo>
                  <a:lnTo>
                    <a:pt x="395263" y="174959"/>
                  </a:lnTo>
                  <a:lnTo>
                    <a:pt x="447318" y="203296"/>
                  </a:lnTo>
                  <a:lnTo>
                    <a:pt x="481388" y="243517"/>
                  </a:lnTo>
                  <a:lnTo>
                    <a:pt x="493263" y="289041"/>
                  </a:lnTo>
                  <a:lnTo>
                    <a:pt x="490623" y="313368"/>
                  </a:lnTo>
                  <a:lnTo>
                    <a:pt x="472494" y="349902"/>
                  </a:lnTo>
                  <a:lnTo>
                    <a:pt x="438088" y="378597"/>
                  </a:lnTo>
                  <a:lnTo>
                    <a:pt x="393216" y="404813"/>
                  </a:lnTo>
                  <a:lnTo>
                    <a:pt x="341675" y="431365"/>
                  </a:lnTo>
                  <a:lnTo>
                    <a:pt x="323713" y="440803"/>
                  </a:lnTo>
                  <a:lnTo>
                    <a:pt x="288766" y="462219"/>
                  </a:lnTo>
                  <a:lnTo>
                    <a:pt x="255346" y="487203"/>
                  </a:lnTo>
                  <a:lnTo>
                    <a:pt x="224781" y="516804"/>
                  </a:lnTo>
                  <a:lnTo>
                    <a:pt x="197732" y="551596"/>
                  </a:lnTo>
                  <a:lnTo>
                    <a:pt x="177029" y="594026"/>
                  </a:lnTo>
                  <a:lnTo>
                    <a:pt x="167806" y="625228"/>
                  </a:lnTo>
                  <a:lnTo>
                    <a:pt x="168055" y="632050"/>
                  </a:lnTo>
                  <a:lnTo>
                    <a:pt x="196716" y="661358"/>
                  </a:lnTo>
                  <a:lnTo>
                    <a:pt x="296158" y="683399"/>
                  </a:lnTo>
                  <a:lnTo>
                    <a:pt x="303157" y="684259"/>
                  </a:lnTo>
                  <a:lnTo>
                    <a:pt x="309800" y="683675"/>
                  </a:lnTo>
                  <a:lnTo>
                    <a:pt x="339354" y="655756"/>
                  </a:lnTo>
                  <a:lnTo>
                    <a:pt x="345408" y="642423"/>
                  </a:lnTo>
                  <a:lnTo>
                    <a:pt x="353457" y="629881"/>
                  </a:lnTo>
                  <a:lnTo>
                    <a:pt x="388631" y="597652"/>
                  </a:lnTo>
                  <a:lnTo>
                    <a:pt x="433054" y="570271"/>
                  </a:lnTo>
                  <a:lnTo>
                    <a:pt x="500675" y="534492"/>
                  </a:lnTo>
                  <a:lnTo>
                    <a:pt x="518323" y="524682"/>
                  </a:lnTo>
                  <a:lnTo>
                    <a:pt x="552366" y="502711"/>
                  </a:lnTo>
                  <a:lnTo>
                    <a:pt x="584426" y="477397"/>
                  </a:lnTo>
                  <a:lnTo>
                    <a:pt x="613032" y="447366"/>
                  </a:lnTo>
                  <a:lnTo>
                    <a:pt x="637570" y="411931"/>
                  </a:lnTo>
                  <a:lnTo>
                    <a:pt x="655808" y="368273"/>
                  </a:lnTo>
                  <a:lnTo>
                    <a:pt x="667603" y="311703"/>
                  </a:lnTo>
                  <a:lnTo>
                    <a:pt x="668925" y="281331"/>
                  </a:lnTo>
                  <a:lnTo>
                    <a:pt x="666398" y="252080"/>
                  </a:lnTo>
                  <a:lnTo>
                    <a:pt x="660021" y="223957"/>
                  </a:lnTo>
                  <a:lnTo>
                    <a:pt x="650403" y="197105"/>
                  </a:lnTo>
                  <a:lnTo>
                    <a:pt x="638137" y="171738"/>
                  </a:lnTo>
                  <a:lnTo>
                    <a:pt x="631498" y="161104"/>
                  </a:lnTo>
                  <a:close/>
                </a:path>
                <a:path w="669290" h="950595">
                  <a:moveTo>
                    <a:pt x="328946" y="0"/>
                  </a:moveTo>
                  <a:lnTo>
                    <a:pt x="261866" y="4707"/>
                  </a:lnTo>
                  <a:lnTo>
                    <a:pt x="198690" y="20395"/>
                  </a:lnTo>
                  <a:lnTo>
                    <a:pt x="141828" y="44675"/>
                  </a:lnTo>
                  <a:lnTo>
                    <a:pt x="92227" y="76589"/>
                  </a:lnTo>
                  <a:lnTo>
                    <a:pt x="50762" y="115092"/>
                  </a:lnTo>
                  <a:lnTo>
                    <a:pt x="19850" y="157830"/>
                  </a:lnTo>
                  <a:lnTo>
                    <a:pt x="1926" y="202398"/>
                  </a:lnTo>
                  <a:lnTo>
                    <a:pt x="0" y="211131"/>
                  </a:lnTo>
                  <a:lnTo>
                    <a:pt x="1287" y="218732"/>
                  </a:lnTo>
                  <a:lnTo>
                    <a:pt x="130278" y="261024"/>
                  </a:lnTo>
                  <a:lnTo>
                    <a:pt x="145245" y="262460"/>
                  </a:lnTo>
                  <a:lnTo>
                    <a:pt x="151195" y="261417"/>
                  </a:lnTo>
                  <a:lnTo>
                    <a:pt x="174602" y="240658"/>
                  </a:lnTo>
                  <a:lnTo>
                    <a:pt x="215216" y="198609"/>
                  </a:lnTo>
                  <a:lnTo>
                    <a:pt x="260113" y="172090"/>
                  </a:lnTo>
                  <a:lnTo>
                    <a:pt x="309293" y="161104"/>
                  </a:lnTo>
                  <a:lnTo>
                    <a:pt x="631498" y="161104"/>
                  </a:lnTo>
                  <a:lnTo>
                    <a:pt x="623224" y="147853"/>
                  </a:lnTo>
                  <a:lnTo>
                    <a:pt x="585751" y="104607"/>
                  </a:lnTo>
                  <a:lnTo>
                    <a:pt x="539637" y="67980"/>
                  </a:lnTo>
                  <a:lnTo>
                    <a:pt x="485806" y="38262"/>
                  </a:lnTo>
                  <a:lnTo>
                    <a:pt x="427838" y="16494"/>
                  </a:lnTo>
                  <a:lnTo>
                    <a:pt x="363047" y="2659"/>
                  </a:lnTo>
                  <a:lnTo>
                    <a:pt x="328946" y="0"/>
                  </a:lnTo>
                  <a:close/>
                </a:path>
              </a:pathLst>
            </a:custGeom>
            <a:solidFill>
              <a:srgbClr val="27DEB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" name="object 7">
              <a:extLst>
                <a:ext uri="{FF2B5EF4-FFF2-40B4-BE49-F238E27FC236}">
                  <a16:creationId xmlns:a16="http://schemas.microsoft.com/office/drawing/2014/main" id="{32FE3D61-5B9F-3D21-E527-7390C8F49F2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91999" y="2670393"/>
              <a:ext cx="5279559" cy="4409063"/>
            </a:xfrm>
            <a:prstGeom prst="rect">
              <a:avLst/>
            </a:prstGeom>
          </p:spPr>
        </p:pic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19F14338-F8A8-A0B6-DEB8-04C7275A3D11}"/>
                </a:ext>
              </a:extLst>
            </p:cNvPr>
            <p:cNvSpPr/>
            <p:nvPr/>
          </p:nvSpPr>
          <p:spPr>
            <a:xfrm>
              <a:off x="10680816" y="4427822"/>
              <a:ext cx="502284" cy="627380"/>
            </a:xfrm>
            <a:custGeom>
              <a:avLst/>
              <a:gdLst/>
              <a:ahLst/>
              <a:cxnLst/>
              <a:rect l="l" t="t" r="r" b="b"/>
              <a:pathLst>
                <a:path w="502284" h="627379">
                  <a:moveTo>
                    <a:pt x="65411" y="465704"/>
                  </a:moveTo>
                  <a:lnTo>
                    <a:pt x="712" y="556371"/>
                  </a:lnTo>
                  <a:lnTo>
                    <a:pt x="0" y="562675"/>
                  </a:lnTo>
                  <a:lnTo>
                    <a:pt x="3811" y="576119"/>
                  </a:lnTo>
                  <a:lnTo>
                    <a:pt x="7748" y="581114"/>
                  </a:lnTo>
                  <a:lnTo>
                    <a:pt x="89054" y="626463"/>
                  </a:lnTo>
                  <a:lnTo>
                    <a:pt x="95358" y="627186"/>
                  </a:lnTo>
                  <a:lnTo>
                    <a:pt x="108792" y="623374"/>
                  </a:lnTo>
                  <a:lnTo>
                    <a:pt x="113797" y="619458"/>
                  </a:lnTo>
                  <a:lnTo>
                    <a:pt x="160057" y="536519"/>
                  </a:lnTo>
                  <a:lnTo>
                    <a:pt x="160769" y="530215"/>
                  </a:lnTo>
                  <a:lnTo>
                    <a:pt x="158885" y="523482"/>
                  </a:lnTo>
                  <a:lnTo>
                    <a:pt x="156958" y="516770"/>
                  </a:lnTo>
                  <a:lnTo>
                    <a:pt x="153031" y="511765"/>
                  </a:lnTo>
                  <a:lnTo>
                    <a:pt x="71736" y="466395"/>
                  </a:lnTo>
                  <a:lnTo>
                    <a:pt x="65411" y="465704"/>
                  </a:lnTo>
                  <a:close/>
                </a:path>
                <a:path w="502284" h="627379">
                  <a:moveTo>
                    <a:pt x="463340" y="112482"/>
                  </a:moveTo>
                  <a:lnTo>
                    <a:pt x="247550" y="112482"/>
                  </a:lnTo>
                  <a:lnTo>
                    <a:pt x="282250" y="114953"/>
                  </a:lnTo>
                  <a:lnTo>
                    <a:pt x="316702" y="128541"/>
                  </a:lnTo>
                  <a:lnTo>
                    <a:pt x="352514" y="155009"/>
                  </a:lnTo>
                  <a:lnTo>
                    <a:pt x="374323" y="186644"/>
                  </a:lnTo>
                  <a:lnTo>
                    <a:pt x="381152" y="220003"/>
                  </a:lnTo>
                  <a:lnTo>
                    <a:pt x="378583" y="236009"/>
                  </a:lnTo>
                  <a:lnTo>
                    <a:pt x="352786" y="272119"/>
                  </a:lnTo>
                  <a:lnTo>
                    <a:pt x="313395" y="287439"/>
                  </a:lnTo>
                  <a:lnTo>
                    <a:pt x="250138" y="300086"/>
                  </a:lnTo>
                  <a:lnTo>
                    <a:pt x="236386" y="302774"/>
                  </a:lnTo>
                  <a:lnTo>
                    <a:pt x="195439" y="314578"/>
                  </a:lnTo>
                  <a:lnTo>
                    <a:pt x="155915" y="333452"/>
                  </a:lnTo>
                  <a:lnTo>
                    <a:pt x="119733" y="362242"/>
                  </a:lnTo>
                  <a:lnTo>
                    <a:pt x="95232" y="395141"/>
                  </a:lnTo>
                  <a:lnTo>
                    <a:pt x="94405" y="401392"/>
                  </a:lnTo>
                  <a:lnTo>
                    <a:pt x="98750" y="415109"/>
                  </a:lnTo>
                  <a:lnTo>
                    <a:pt x="102792" y="420187"/>
                  </a:lnTo>
                  <a:lnTo>
                    <a:pt x="176036" y="461034"/>
                  </a:lnTo>
                  <a:lnTo>
                    <a:pt x="182088" y="461589"/>
                  </a:lnTo>
                  <a:lnTo>
                    <a:pt x="194433" y="457170"/>
                  </a:lnTo>
                  <a:lnTo>
                    <a:pt x="199711" y="453432"/>
                  </a:lnTo>
                  <a:lnTo>
                    <a:pt x="204119" y="448102"/>
                  </a:lnTo>
                  <a:lnTo>
                    <a:pt x="210824" y="440396"/>
                  </a:lnTo>
                  <a:lnTo>
                    <a:pt x="248263" y="419368"/>
                  </a:lnTo>
                  <a:lnTo>
                    <a:pt x="334848" y="399779"/>
                  </a:lnTo>
                  <a:lnTo>
                    <a:pt x="348477" y="396790"/>
                  </a:lnTo>
                  <a:lnTo>
                    <a:pt x="388564" y="384209"/>
                  </a:lnTo>
                  <a:lnTo>
                    <a:pt x="426421" y="364404"/>
                  </a:lnTo>
                  <a:lnTo>
                    <a:pt x="460353" y="334074"/>
                  </a:lnTo>
                  <a:lnTo>
                    <a:pt x="489386" y="285496"/>
                  </a:lnTo>
                  <a:lnTo>
                    <a:pt x="500394" y="245826"/>
                  </a:lnTo>
                  <a:lnTo>
                    <a:pt x="501743" y="225942"/>
                  </a:lnTo>
                  <a:lnTo>
                    <a:pt x="500698" y="206297"/>
                  </a:lnTo>
                  <a:lnTo>
                    <a:pt x="492485" y="168346"/>
                  </a:lnTo>
                  <a:lnTo>
                    <a:pt x="476264" y="132319"/>
                  </a:lnTo>
                  <a:lnTo>
                    <a:pt x="465496" y="115301"/>
                  </a:lnTo>
                  <a:lnTo>
                    <a:pt x="463340" y="112482"/>
                  </a:lnTo>
                  <a:close/>
                </a:path>
                <a:path w="502284" h="627379">
                  <a:moveTo>
                    <a:pt x="236958" y="0"/>
                  </a:moveTo>
                  <a:lnTo>
                    <a:pt x="194549" y="4796"/>
                  </a:lnTo>
                  <a:lnTo>
                    <a:pt x="155429" y="16072"/>
                  </a:lnTo>
                  <a:lnTo>
                    <a:pt x="120394" y="33340"/>
                  </a:lnTo>
                  <a:lnTo>
                    <a:pt x="80098" y="67962"/>
                  </a:lnTo>
                  <a:lnTo>
                    <a:pt x="67128" y="92050"/>
                  </a:lnTo>
                  <a:lnTo>
                    <a:pt x="70531" y="102437"/>
                  </a:lnTo>
                  <a:lnTo>
                    <a:pt x="73798" y="106385"/>
                  </a:lnTo>
                  <a:lnTo>
                    <a:pt x="151073" y="149494"/>
                  </a:lnTo>
                  <a:lnTo>
                    <a:pt x="156885" y="150792"/>
                  </a:lnTo>
                  <a:lnTo>
                    <a:pt x="161502" y="149462"/>
                  </a:lnTo>
                  <a:lnTo>
                    <a:pt x="166131" y="148164"/>
                  </a:lnTo>
                  <a:lnTo>
                    <a:pt x="171429" y="145284"/>
                  </a:lnTo>
                  <a:lnTo>
                    <a:pt x="177408" y="140887"/>
                  </a:lnTo>
                  <a:lnTo>
                    <a:pt x="212601" y="121126"/>
                  </a:lnTo>
                  <a:lnTo>
                    <a:pt x="247550" y="112482"/>
                  </a:lnTo>
                  <a:lnTo>
                    <a:pt x="463340" y="112482"/>
                  </a:lnTo>
                  <a:lnTo>
                    <a:pt x="453019" y="98982"/>
                  </a:lnTo>
                  <a:lnTo>
                    <a:pt x="423298" y="68662"/>
                  </a:lnTo>
                  <a:lnTo>
                    <a:pt x="389261" y="42803"/>
                  </a:lnTo>
                  <a:lnTo>
                    <a:pt x="349167" y="20831"/>
                  </a:lnTo>
                  <a:lnTo>
                    <a:pt x="304701" y="6083"/>
                  </a:lnTo>
                  <a:lnTo>
                    <a:pt x="259087" y="204"/>
                  </a:lnTo>
                  <a:lnTo>
                    <a:pt x="236958" y="0"/>
                  </a:lnTo>
                  <a:close/>
                </a:path>
              </a:pathLst>
            </a:custGeom>
            <a:solidFill>
              <a:srgbClr val="27DEB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C1AA18BE-73B7-E42A-5CE9-60015E67F053}"/>
                </a:ext>
              </a:extLst>
            </p:cNvPr>
            <p:cNvSpPr/>
            <p:nvPr/>
          </p:nvSpPr>
          <p:spPr>
            <a:xfrm>
              <a:off x="10680816" y="4427822"/>
              <a:ext cx="502284" cy="627380"/>
            </a:xfrm>
            <a:custGeom>
              <a:avLst/>
              <a:gdLst/>
              <a:ahLst/>
              <a:cxnLst/>
              <a:rect l="l" t="t" r="r" b="b"/>
              <a:pathLst>
                <a:path w="502284" h="627379">
                  <a:moveTo>
                    <a:pt x="65411" y="465704"/>
                  </a:moveTo>
                  <a:lnTo>
                    <a:pt x="712" y="556371"/>
                  </a:lnTo>
                  <a:lnTo>
                    <a:pt x="0" y="562675"/>
                  </a:lnTo>
                  <a:lnTo>
                    <a:pt x="3811" y="576119"/>
                  </a:lnTo>
                  <a:lnTo>
                    <a:pt x="7748" y="581114"/>
                  </a:lnTo>
                  <a:lnTo>
                    <a:pt x="89054" y="626463"/>
                  </a:lnTo>
                  <a:lnTo>
                    <a:pt x="95358" y="627186"/>
                  </a:lnTo>
                  <a:lnTo>
                    <a:pt x="108792" y="623374"/>
                  </a:lnTo>
                  <a:lnTo>
                    <a:pt x="113797" y="619458"/>
                  </a:lnTo>
                  <a:lnTo>
                    <a:pt x="160057" y="536519"/>
                  </a:lnTo>
                  <a:lnTo>
                    <a:pt x="160769" y="530215"/>
                  </a:lnTo>
                  <a:lnTo>
                    <a:pt x="158885" y="523482"/>
                  </a:lnTo>
                  <a:lnTo>
                    <a:pt x="156958" y="516770"/>
                  </a:lnTo>
                  <a:lnTo>
                    <a:pt x="153031" y="511765"/>
                  </a:lnTo>
                  <a:lnTo>
                    <a:pt x="71736" y="466395"/>
                  </a:lnTo>
                  <a:lnTo>
                    <a:pt x="65411" y="465704"/>
                  </a:lnTo>
                  <a:close/>
                </a:path>
                <a:path w="502284" h="627379">
                  <a:moveTo>
                    <a:pt x="463340" y="112482"/>
                  </a:moveTo>
                  <a:lnTo>
                    <a:pt x="247550" y="112482"/>
                  </a:lnTo>
                  <a:lnTo>
                    <a:pt x="282250" y="114953"/>
                  </a:lnTo>
                  <a:lnTo>
                    <a:pt x="316702" y="128541"/>
                  </a:lnTo>
                  <a:lnTo>
                    <a:pt x="352514" y="155009"/>
                  </a:lnTo>
                  <a:lnTo>
                    <a:pt x="374323" y="186644"/>
                  </a:lnTo>
                  <a:lnTo>
                    <a:pt x="381152" y="220003"/>
                  </a:lnTo>
                  <a:lnTo>
                    <a:pt x="378583" y="236009"/>
                  </a:lnTo>
                  <a:lnTo>
                    <a:pt x="352786" y="272119"/>
                  </a:lnTo>
                  <a:lnTo>
                    <a:pt x="313395" y="287439"/>
                  </a:lnTo>
                  <a:lnTo>
                    <a:pt x="250138" y="300086"/>
                  </a:lnTo>
                  <a:lnTo>
                    <a:pt x="236386" y="302774"/>
                  </a:lnTo>
                  <a:lnTo>
                    <a:pt x="195439" y="314578"/>
                  </a:lnTo>
                  <a:lnTo>
                    <a:pt x="155915" y="333452"/>
                  </a:lnTo>
                  <a:lnTo>
                    <a:pt x="119733" y="362242"/>
                  </a:lnTo>
                  <a:lnTo>
                    <a:pt x="95232" y="395141"/>
                  </a:lnTo>
                  <a:lnTo>
                    <a:pt x="94405" y="401392"/>
                  </a:lnTo>
                  <a:lnTo>
                    <a:pt x="98750" y="415109"/>
                  </a:lnTo>
                  <a:lnTo>
                    <a:pt x="102792" y="420187"/>
                  </a:lnTo>
                  <a:lnTo>
                    <a:pt x="176036" y="461034"/>
                  </a:lnTo>
                  <a:lnTo>
                    <a:pt x="182088" y="461589"/>
                  </a:lnTo>
                  <a:lnTo>
                    <a:pt x="194433" y="457170"/>
                  </a:lnTo>
                  <a:lnTo>
                    <a:pt x="199711" y="453432"/>
                  </a:lnTo>
                  <a:lnTo>
                    <a:pt x="204119" y="448102"/>
                  </a:lnTo>
                  <a:lnTo>
                    <a:pt x="210824" y="440396"/>
                  </a:lnTo>
                  <a:lnTo>
                    <a:pt x="248263" y="419368"/>
                  </a:lnTo>
                  <a:lnTo>
                    <a:pt x="334848" y="399779"/>
                  </a:lnTo>
                  <a:lnTo>
                    <a:pt x="348477" y="396790"/>
                  </a:lnTo>
                  <a:lnTo>
                    <a:pt x="388564" y="384209"/>
                  </a:lnTo>
                  <a:lnTo>
                    <a:pt x="426421" y="364404"/>
                  </a:lnTo>
                  <a:lnTo>
                    <a:pt x="460353" y="334074"/>
                  </a:lnTo>
                  <a:lnTo>
                    <a:pt x="489386" y="285496"/>
                  </a:lnTo>
                  <a:lnTo>
                    <a:pt x="500394" y="245826"/>
                  </a:lnTo>
                  <a:lnTo>
                    <a:pt x="501743" y="225942"/>
                  </a:lnTo>
                  <a:lnTo>
                    <a:pt x="500698" y="206297"/>
                  </a:lnTo>
                  <a:lnTo>
                    <a:pt x="492485" y="168346"/>
                  </a:lnTo>
                  <a:lnTo>
                    <a:pt x="476264" y="132319"/>
                  </a:lnTo>
                  <a:lnTo>
                    <a:pt x="465496" y="115301"/>
                  </a:lnTo>
                  <a:lnTo>
                    <a:pt x="463340" y="112482"/>
                  </a:lnTo>
                  <a:close/>
                </a:path>
                <a:path w="502284" h="627379">
                  <a:moveTo>
                    <a:pt x="236958" y="0"/>
                  </a:moveTo>
                  <a:lnTo>
                    <a:pt x="194549" y="4796"/>
                  </a:lnTo>
                  <a:lnTo>
                    <a:pt x="155429" y="16072"/>
                  </a:lnTo>
                  <a:lnTo>
                    <a:pt x="120394" y="33340"/>
                  </a:lnTo>
                  <a:lnTo>
                    <a:pt x="80098" y="67962"/>
                  </a:lnTo>
                  <a:lnTo>
                    <a:pt x="67128" y="92050"/>
                  </a:lnTo>
                  <a:lnTo>
                    <a:pt x="70531" y="102437"/>
                  </a:lnTo>
                  <a:lnTo>
                    <a:pt x="73798" y="106385"/>
                  </a:lnTo>
                  <a:lnTo>
                    <a:pt x="151073" y="149494"/>
                  </a:lnTo>
                  <a:lnTo>
                    <a:pt x="156885" y="150792"/>
                  </a:lnTo>
                  <a:lnTo>
                    <a:pt x="161502" y="149462"/>
                  </a:lnTo>
                  <a:lnTo>
                    <a:pt x="166131" y="148164"/>
                  </a:lnTo>
                  <a:lnTo>
                    <a:pt x="171429" y="145284"/>
                  </a:lnTo>
                  <a:lnTo>
                    <a:pt x="177408" y="140887"/>
                  </a:lnTo>
                  <a:lnTo>
                    <a:pt x="212601" y="121126"/>
                  </a:lnTo>
                  <a:lnTo>
                    <a:pt x="247550" y="112482"/>
                  </a:lnTo>
                  <a:lnTo>
                    <a:pt x="463340" y="112482"/>
                  </a:lnTo>
                  <a:lnTo>
                    <a:pt x="453019" y="98982"/>
                  </a:lnTo>
                  <a:lnTo>
                    <a:pt x="423298" y="68662"/>
                  </a:lnTo>
                  <a:lnTo>
                    <a:pt x="389261" y="42803"/>
                  </a:lnTo>
                  <a:lnTo>
                    <a:pt x="349167" y="20831"/>
                  </a:lnTo>
                  <a:lnTo>
                    <a:pt x="304701" y="6083"/>
                  </a:lnTo>
                  <a:lnTo>
                    <a:pt x="259087" y="204"/>
                  </a:lnTo>
                  <a:lnTo>
                    <a:pt x="2369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925959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{22A3FDE4-2C78-4EB3-8793-D6C640C4295C}tf56160789_win32</Template>
  <TotalTime>310</TotalTime>
  <Words>469</Words>
  <Application>Microsoft Office PowerPoint</Application>
  <PresentationFormat>Widescreen</PresentationFormat>
  <Paragraphs>76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Arial</vt:lpstr>
      <vt:lpstr>Book Antiqua</vt:lpstr>
      <vt:lpstr>Bookman Old Style</vt:lpstr>
      <vt:lpstr>Calibri</vt:lpstr>
      <vt:lpstr>Franklin Gothic Book</vt:lpstr>
      <vt:lpstr>Lucida Sans</vt:lpstr>
      <vt:lpstr>Lucida Sans Unicode</vt:lpstr>
      <vt:lpstr>Poppins</vt:lpstr>
      <vt:lpstr>Wingdings</vt:lpstr>
      <vt:lpstr>Custom</vt:lpstr>
      <vt:lpstr>Office Theme</vt:lpstr>
      <vt:lpstr>1_Office Theme</vt:lpstr>
      <vt:lpstr>Pitch Perfect: Mastering Visuals, Delivery, and Storytelling</vt:lpstr>
      <vt:lpstr>“The most powerful person in the world is the story teller. The storyteller sets the vision, values and agenda ……..” </vt:lpstr>
      <vt:lpstr>Session Objectives</vt:lpstr>
      <vt:lpstr>Why it matters </vt:lpstr>
      <vt:lpstr>The 6-Part Pitch Framework</vt:lpstr>
      <vt:lpstr>Delivery techniques </vt:lpstr>
      <vt:lpstr>From Data to Impact</vt:lpstr>
      <vt:lpstr>Visual Design Tips</vt:lpstr>
      <vt:lpstr>The Art of Story telling </vt:lpstr>
      <vt:lpstr>Tools and Techniques for Impactful Communication </vt:lpstr>
      <vt:lpstr>Common Mistakes to Avoid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Lorato Kgosidiile</dc:creator>
  <cp:lastModifiedBy>Lorato Kgosidiile</cp:lastModifiedBy>
  <cp:revision>9</cp:revision>
  <dcterms:created xsi:type="dcterms:W3CDTF">2025-07-25T06:49:49Z</dcterms:created>
  <dcterms:modified xsi:type="dcterms:W3CDTF">2025-07-25T13:16:08Z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